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35999738" cy="50399950"/>
  <p:notesSz cx="6858000" cy="9144000"/>
  <p:defaultTextStyle>
    <a:defPPr>
      <a:defRPr lang="es-ES"/>
    </a:defPPr>
    <a:lvl1pPr marL="0" algn="l" defTabSz="4147170" rtl="0" eaLnBrk="1" latinLnBrk="0" hangingPunct="1">
      <a:defRPr sz="8164" kern="1200">
        <a:solidFill>
          <a:schemeClr val="tx1"/>
        </a:solidFill>
        <a:latin typeface="+mn-lt"/>
        <a:ea typeface="+mn-ea"/>
        <a:cs typeface="+mn-cs"/>
      </a:defRPr>
    </a:lvl1pPr>
    <a:lvl2pPr marL="2073585" algn="l" defTabSz="4147170" rtl="0" eaLnBrk="1" latinLnBrk="0" hangingPunct="1">
      <a:defRPr sz="8164" kern="1200">
        <a:solidFill>
          <a:schemeClr val="tx1"/>
        </a:solidFill>
        <a:latin typeface="+mn-lt"/>
        <a:ea typeface="+mn-ea"/>
        <a:cs typeface="+mn-cs"/>
      </a:defRPr>
    </a:lvl2pPr>
    <a:lvl3pPr marL="4147170" algn="l" defTabSz="4147170" rtl="0" eaLnBrk="1" latinLnBrk="0" hangingPunct="1">
      <a:defRPr sz="8164" kern="1200">
        <a:solidFill>
          <a:schemeClr val="tx1"/>
        </a:solidFill>
        <a:latin typeface="+mn-lt"/>
        <a:ea typeface="+mn-ea"/>
        <a:cs typeface="+mn-cs"/>
      </a:defRPr>
    </a:lvl3pPr>
    <a:lvl4pPr marL="6220755" algn="l" defTabSz="4147170" rtl="0" eaLnBrk="1" latinLnBrk="0" hangingPunct="1">
      <a:defRPr sz="8164" kern="1200">
        <a:solidFill>
          <a:schemeClr val="tx1"/>
        </a:solidFill>
        <a:latin typeface="+mn-lt"/>
        <a:ea typeface="+mn-ea"/>
        <a:cs typeface="+mn-cs"/>
      </a:defRPr>
    </a:lvl4pPr>
    <a:lvl5pPr marL="8294340" algn="l" defTabSz="4147170" rtl="0" eaLnBrk="1" latinLnBrk="0" hangingPunct="1">
      <a:defRPr sz="8164" kern="1200">
        <a:solidFill>
          <a:schemeClr val="tx1"/>
        </a:solidFill>
        <a:latin typeface="+mn-lt"/>
        <a:ea typeface="+mn-ea"/>
        <a:cs typeface="+mn-cs"/>
      </a:defRPr>
    </a:lvl5pPr>
    <a:lvl6pPr marL="10367924" algn="l" defTabSz="4147170" rtl="0" eaLnBrk="1" latinLnBrk="0" hangingPunct="1">
      <a:defRPr sz="8164" kern="1200">
        <a:solidFill>
          <a:schemeClr val="tx1"/>
        </a:solidFill>
        <a:latin typeface="+mn-lt"/>
        <a:ea typeface="+mn-ea"/>
        <a:cs typeface="+mn-cs"/>
      </a:defRPr>
    </a:lvl6pPr>
    <a:lvl7pPr marL="12441509" algn="l" defTabSz="4147170" rtl="0" eaLnBrk="1" latinLnBrk="0" hangingPunct="1">
      <a:defRPr sz="8164" kern="1200">
        <a:solidFill>
          <a:schemeClr val="tx1"/>
        </a:solidFill>
        <a:latin typeface="+mn-lt"/>
        <a:ea typeface="+mn-ea"/>
        <a:cs typeface="+mn-cs"/>
      </a:defRPr>
    </a:lvl7pPr>
    <a:lvl8pPr marL="14515094" algn="l" defTabSz="4147170" rtl="0" eaLnBrk="1" latinLnBrk="0" hangingPunct="1">
      <a:defRPr sz="8164" kern="1200">
        <a:solidFill>
          <a:schemeClr val="tx1"/>
        </a:solidFill>
        <a:latin typeface="+mn-lt"/>
        <a:ea typeface="+mn-ea"/>
        <a:cs typeface="+mn-cs"/>
      </a:defRPr>
    </a:lvl8pPr>
    <a:lvl9pPr marL="16588679" algn="l" defTabSz="4147170" rtl="0" eaLnBrk="1" latinLnBrk="0" hangingPunct="1">
      <a:defRPr sz="816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EDED"/>
    <a:srgbClr val="9C9C9C"/>
    <a:srgbClr val="F8F6E9"/>
    <a:srgbClr val="669900"/>
    <a:srgbClr val="C2E176"/>
    <a:srgbClr val="FFFFFF"/>
    <a:srgbClr val="BED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270" autoAdjust="0"/>
    <p:restoredTop sz="94660"/>
  </p:normalViewPr>
  <p:slideViewPr>
    <p:cSldViewPr snapToGrid="0">
      <p:cViewPr>
        <p:scale>
          <a:sx n="10" d="100"/>
          <a:sy n="10" d="100"/>
        </p:scale>
        <p:origin x="3125" y="3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81" y="8248329"/>
            <a:ext cx="30599777" cy="17546649"/>
          </a:xfrm>
        </p:spPr>
        <p:txBody>
          <a:bodyPr anchor="b"/>
          <a:lstStyle>
            <a:lvl1pPr algn="ctr">
              <a:defRPr sz="23622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9967" y="26471644"/>
            <a:ext cx="26999804" cy="12168318"/>
          </a:xfrm>
        </p:spPr>
        <p:txBody>
          <a:bodyPr/>
          <a:lstStyle>
            <a:lvl1pPr marL="0" indent="0" algn="ctr">
              <a:buNone/>
              <a:defRPr sz="9449"/>
            </a:lvl1pPr>
            <a:lvl2pPr marL="1799996" indent="0" algn="ctr">
              <a:buNone/>
              <a:defRPr sz="7874"/>
            </a:lvl2pPr>
            <a:lvl3pPr marL="3599993" indent="0" algn="ctr">
              <a:buNone/>
              <a:defRPr sz="7087"/>
            </a:lvl3pPr>
            <a:lvl4pPr marL="5399989" indent="0" algn="ctr">
              <a:buNone/>
              <a:defRPr sz="6299"/>
            </a:lvl4pPr>
            <a:lvl5pPr marL="7199986" indent="0" algn="ctr">
              <a:buNone/>
              <a:defRPr sz="6299"/>
            </a:lvl5pPr>
            <a:lvl6pPr marL="8999982" indent="0" algn="ctr">
              <a:buNone/>
              <a:defRPr sz="6299"/>
            </a:lvl6pPr>
            <a:lvl7pPr marL="10799978" indent="0" algn="ctr">
              <a:buNone/>
              <a:defRPr sz="6299"/>
            </a:lvl7pPr>
            <a:lvl8pPr marL="12599975" indent="0" algn="ctr">
              <a:buNone/>
              <a:defRPr sz="6299"/>
            </a:lvl8pPr>
            <a:lvl9pPr marL="14399971" indent="0" algn="ctr">
              <a:buNone/>
              <a:defRPr sz="6299"/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4A95A-1A02-4E7B-B89D-4D01BADE025F}" type="datetimeFigureOut">
              <a:rPr lang="es-ES" smtClean="0"/>
              <a:t>07/01/2025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B4BB4-DB14-41CB-99D9-F6186AA2E01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9766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4A95A-1A02-4E7B-B89D-4D01BADE025F}" type="datetimeFigureOut">
              <a:rPr lang="es-ES" smtClean="0"/>
              <a:t>07/01/2025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B4BB4-DB14-41CB-99D9-F6186AA2E01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6566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234" y="12565002"/>
            <a:ext cx="31049774" cy="20964976"/>
          </a:xfrm>
        </p:spPr>
        <p:txBody>
          <a:bodyPr anchor="b"/>
          <a:lstStyle>
            <a:lvl1pPr>
              <a:defRPr sz="23622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234" y="33728315"/>
            <a:ext cx="31049774" cy="11024985"/>
          </a:xfrm>
        </p:spPr>
        <p:txBody>
          <a:bodyPr/>
          <a:lstStyle>
            <a:lvl1pPr marL="0" indent="0">
              <a:buNone/>
              <a:defRPr sz="9449">
                <a:solidFill>
                  <a:schemeClr val="tx1"/>
                </a:solidFill>
              </a:defRPr>
            </a:lvl1pPr>
            <a:lvl2pPr marL="1799996" indent="0">
              <a:buNone/>
              <a:defRPr sz="7874">
                <a:solidFill>
                  <a:schemeClr val="tx1">
                    <a:tint val="75000"/>
                  </a:schemeClr>
                </a:solidFill>
              </a:defRPr>
            </a:lvl2pPr>
            <a:lvl3pPr marL="3599993" indent="0">
              <a:buNone/>
              <a:defRPr sz="7087">
                <a:solidFill>
                  <a:schemeClr val="tx1">
                    <a:tint val="75000"/>
                  </a:schemeClr>
                </a:solidFill>
              </a:defRPr>
            </a:lvl3pPr>
            <a:lvl4pPr marL="5399989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4pPr>
            <a:lvl5pPr marL="7199986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5pPr>
            <a:lvl6pPr marL="8999982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6pPr>
            <a:lvl7pPr marL="10799978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7pPr>
            <a:lvl8pPr marL="12599975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8pPr>
            <a:lvl9pPr marL="14399971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4A95A-1A02-4E7B-B89D-4D01BADE025F}" type="datetimeFigureOut">
              <a:rPr lang="es-ES" smtClean="0"/>
              <a:t>07/01/2025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B4BB4-DB14-41CB-99D9-F6186AA2E01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4878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4982" y="13416653"/>
            <a:ext cx="15299889" cy="31978305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4867" y="13416653"/>
            <a:ext cx="15299889" cy="31978305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4A95A-1A02-4E7B-B89D-4D01BADE025F}" type="datetimeFigureOut">
              <a:rPr lang="es-ES" smtClean="0"/>
              <a:t>07/01/2025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B4BB4-DB14-41CB-99D9-F6186AA2E01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84501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2683342"/>
            <a:ext cx="31049774" cy="9741661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675" y="12354992"/>
            <a:ext cx="15229574" cy="6054990"/>
          </a:xfrm>
        </p:spPr>
        <p:txBody>
          <a:bodyPr anchor="b"/>
          <a:lstStyle>
            <a:lvl1pPr marL="0" indent="0">
              <a:buNone/>
              <a:defRPr sz="9449" b="1"/>
            </a:lvl1pPr>
            <a:lvl2pPr marL="1799996" indent="0">
              <a:buNone/>
              <a:defRPr sz="7874" b="1"/>
            </a:lvl2pPr>
            <a:lvl3pPr marL="3599993" indent="0">
              <a:buNone/>
              <a:defRPr sz="7087" b="1"/>
            </a:lvl3pPr>
            <a:lvl4pPr marL="5399989" indent="0">
              <a:buNone/>
              <a:defRPr sz="6299" b="1"/>
            </a:lvl4pPr>
            <a:lvl5pPr marL="7199986" indent="0">
              <a:buNone/>
              <a:defRPr sz="6299" b="1"/>
            </a:lvl5pPr>
            <a:lvl6pPr marL="8999982" indent="0">
              <a:buNone/>
              <a:defRPr sz="6299" b="1"/>
            </a:lvl6pPr>
            <a:lvl7pPr marL="10799978" indent="0">
              <a:buNone/>
              <a:defRPr sz="6299" b="1"/>
            </a:lvl7pPr>
            <a:lvl8pPr marL="12599975" indent="0">
              <a:buNone/>
              <a:defRPr sz="6299" b="1"/>
            </a:lvl8pPr>
            <a:lvl9pPr marL="14399971" indent="0">
              <a:buNone/>
              <a:defRPr sz="6299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79675" y="18409982"/>
            <a:ext cx="15229574" cy="2707831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4869" y="12354992"/>
            <a:ext cx="15304578" cy="6054990"/>
          </a:xfrm>
        </p:spPr>
        <p:txBody>
          <a:bodyPr anchor="b"/>
          <a:lstStyle>
            <a:lvl1pPr marL="0" indent="0">
              <a:buNone/>
              <a:defRPr sz="9449" b="1"/>
            </a:lvl1pPr>
            <a:lvl2pPr marL="1799996" indent="0">
              <a:buNone/>
              <a:defRPr sz="7874" b="1"/>
            </a:lvl2pPr>
            <a:lvl3pPr marL="3599993" indent="0">
              <a:buNone/>
              <a:defRPr sz="7087" b="1"/>
            </a:lvl3pPr>
            <a:lvl4pPr marL="5399989" indent="0">
              <a:buNone/>
              <a:defRPr sz="6299" b="1"/>
            </a:lvl4pPr>
            <a:lvl5pPr marL="7199986" indent="0">
              <a:buNone/>
              <a:defRPr sz="6299" b="1"/>
            </a:lvl5pPr>
            <a:lvl6pPr marL="8999982" indent="0">
              <a:buNone/>
              <a:defRPr sz="6299" b="1"/>
            </a:lvl6pPr>
            <a:lvl7pPr marL="10799978" indent="0">
              <a:buNone/>
              <a:defRPr sz="6299" b="1"/>
            </a:lvl7pPr>
            <a:lvl8pPr marL="12599975" indent="0">
              <a:buNone/>
              <a:defRPr sz="6299" b="1"/>
            </a:lvl8pPr>
            <a:lvl9pPr marL="14399971" indent="0">
              <a:buNone/>
              <a:defRPr sz="6299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4869" y="18409982"/>
            <a:ext cx="15304578" cy="2707831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4A95A-1A02-4E7B-B89D-4D01BADE025F}" type="datetimeFigureOut">
              <a:rPr lang="es-ES" smtClean="0"/>
              <a:t>07/01/2025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B4BB4-DB14-41CB-99D9-F6186AA2E01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3703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4A95A-1A02-4E7B-B89D-4D01BADE025F}" type="datetimeFigureOut">
              <a:rPr lang="es-ES" smtClean="0"/>
              <a:t>07/01/2025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B4BB4-DB14-41CB-99D9-F6186AA2E01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7578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4A95A-1A02-4E7B-B89D-4D01BADE025F}" type="datetimeFigureOut">
              <a:rPr lang="es-ES" smtClean="0"/>
              <a:t>07/01/2025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B4BB4-DB14-41CB-99D9-F6186AA2E01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2503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3359997"/>
            <a:ext cx="11610853" cy="11759988"/>
          </a:xfrm>
        </p:spPr>
        <p:txBody>
          <a:bodyPr anchor="b"/>
          <a:lstStyle>
            <a:lvl1pPr>
              <a:defRPr sz="12598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4578" y="7256671"/>
            <a:ext cx="18224867" cy="35816631"/>
          </a:xfrm>
        </p:spPr>
        <p:txBody>
          <a:bodyPr/>
          <a:lstStyle>
            <a:lvl1pPr>
              <a:defRPr sz="12598"/>
            </a:lvl1pPr>
            <a:lvl2pPr>
              <a:defRPr sz="11024"/>
            </a:lvl2pPr>
            <a:lvl3pPr>
              <a:defRPr sz="9449"/>
            </a:lvl3pPr>
            <a:lvl4pPr>
              <a:defRPr sz="7874"/>
            </a:lvl4pPr>
            <a:lvl5pPr>
              <a:defRPr sz="7874"/>
            </a:lvl5pPr>
            <a:lvl6pPr>
              <a:defRPr sz="7874"/>
            </a:lvl6pPr>
            <a:lvl7pPr>
              <a:defRPr sz="7874"/>
            </a:lvl7pPr>
            <a:lvl8pPr>
              <a:defRPr sz="7874"/>
            </a:lvl8pPr>
            <a:lvl9pPr>
              <a:defRPr sz="7874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15119985"/>
            <a:ext cx="11610853" cy="28011643"/>
          </a:xfrm>
        </p:spPr>
        <p:txBody>
          <a:bodyPr/>
          <a:lstStyle>
            <a:lvl1pPr marL="0" indent="0">
              <a:buNone/>
              <a:defRPr sz="6299"/>
            </a:lvl1pPr>
            <a:lvl2pPr marL="1799996" indent="0">
              <a:buNone/>
              <a:defRPr sz="5512"/>
            </a:lvl2pPr>
            <a:lvl3pPr marL="3599993" indent="0">
              <a:buNone/>
              <a:defRPr sz="4724"/>
            </a:lvl3pPr>
            <a:lvl4pPr marL="5399989" indent="0">
              <a:buNone/>
              <a:defRPr sz="3937"/>
            </a:lvl4pPr>
            <a:lvl5pPr marL="7199986" indent="0">
              <a:buNone/>
              <a:defRPr sz="3937"/>
            </a:lvl5pPr>
            <a:lvl6pPr marL="8999982" indent="0">
              <a:buNone/>
              <a:defRPr sz="3937"/>
            </a:lvl6pPr>
            <a:lvl7pPr marL="10799978" indent="0">
              <a:buNone/>
              <a:defRPr sz="3937"/>
            </a:lvl7pPr>
            <a:lvl8pPr marL="12599975" indent="0">
              <a:buNone/>
              <a:defRPr sz="3937"/>
            </a:lvl8pPr>
            <a:lvl9pPr marL="14399971" indent="0">
              <a:buNone/>
              <a:defRPr sz="3937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4A95A-1A02-4E7B-B89D-4D01BADE025F}" type="datetimeFigureOut">
              <a:rPr lang="es-ES" smtClean="0"/>
              <a:t>07/01/2025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B4BB4-DB14-41CB-99D9-F6186AA2E01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4362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3359997"/>
            <a:ext cx="11610853" cy="11759988"/>
          </a:xfrm>
        </p:spPr>
        <p:txBody>
          <a:bodyPr anchor="b"/>
          <a:lstStyle>
            <a:lvl1pPr>
              <a:defRPr sz="12598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4578" y="7256671"/>
            <a:ext cx="18224867" cy="35816631"/>
          </a:xfrm>
        </p:spPr>
        <p:txBody>
          <a:bodyPr anchor="t"/>
          <a:lstStyle>
            <a:lvl1pPr marL="0" indent="0">
              <a:buNone/>
              <a:defRPr sz="12598"/>
            </a:lvl1pPr>
            <a:lvl2pPr marL="1799996" indent="0">
              <a:buNone/>
              <a:defRPr sz="11024"/>
            </a:lvl2pPr>
            <a:lvl3pPr marL="3599993" indent="0">
              <a:buNone/>
              <a:defRPr sz="9449"/>
            </a:lvl3pPr>
            <a:lvl4pPr marL="5399989" indent="0">
              <a:buNone/>
              <a:defRPr sz="7874"/>
            </a:lvl4pPr>
            <a:lvl5pPr marL="7199986" indent="0">
              <a:buNone/>
              <a:defRPr sz="7874"/>
            </a:lvl5pPr>
            <a:lvl6pPr marL="8999982" indent="0">
              <a:buNone/>
              <a:defRPr sz="7874"/>
            </a:lvl6pPr>
            <a:lvl7pPr marL="10799978" indent="0">
              <a:buNone/>
              <a:defRPr sz="7874"/>
            </a:lvl7pPr>
            <a:lvl8pPr marL="12599975" indent="0">
              <a:buNone/>
              <a:defRPr sz="7874"/>
            </a:lvl8pPr>
            <a:lvl9pPr marL="14399971" indent="0">
              <a:buNone/>
              <a:defRPr sz="7874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15119985"/>
            <a:ext cx="11610853" cy="28011643"/>
          </a:xfrm>
        </p:spPr>
        <p:txBody>
          <a:bodyPr/>
          <a:lstStyle>
            <a:lvl1pPr marL="0" indent="0">
              <a:buNone/>
              <a:defRPr sz="6299"/>
            </a:lvl1pPr>
            <a:lvl2pPr marL="1799996" indent="0">
              <a:buNone/>
              <a:defRPr sz="5512"/>
            </a:lvl2pPr>
            <a:lvl3pPr marL="3599993" indent="0">
              <a:buNone/>
              <a:defRPr sz="4724"/>
            </a:lvl3pPr>
            <a:lvl4pPr marL="5399989" indent="0">
              <a:buNone/>
              <a:defRPr sz="3937"/>
            </a:lvl4pPr>
            <a:lvl5pPr marL="7199986" indent="0">
              <a:buNone/>
              <a:defRPr sz="3937"/>
            </a:lvl5pPr>
            <a:lvl6pPr marL="8999982" indent="0">
              <a:buNone/>
              <a:defRPr sz="3937"/>
            </a:lvl6pPr>
            <a:lvl7pPr marL="10799978" indent="0">
              <a:buNone/>
              <a:defRPr sz="3937"/>
            </a:lvl7pPr>
            <a:lvl8pPr marL="12599975" indent="0">
              <a:buNone/>
              <a:defRPr sz="3937"/>
            </a:lvl8pPr>
            <a:lvl9pPr marL="14399971" indent="0">
              <a:buNone/>
              <a:defRPr sz="3937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4A95A-1A02-4E7B-B89D-4D01BADE025F}" type="datetimeFigureOut">
              <a:rPr lang="es-ES" smtClean="0"/>
              <a:t>07/01/2025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B4BB4-DB14-41CB-99D9-F6186AA2E01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9396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4A95A-1A02-4E7B-B89D-4D01BADE025F}" type="datetimeFigureOut">
              <a:rPr lang="es-ES" smtClean="0"/>
              <a:t>07/01/2025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B4BB4-DB14-41CB-99D9-F6186AA2E01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5052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2314" y="2683331"/>
            <a:ext cx="7762444" cy="4271162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4984" y="2683331"/>
            <a:ext cx="22837334" cy="4271162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4A95A-1A02-4E7B-B89D-4D01BADE025F}" type="datetimeFigureOut">
              <a:rPr lang="es-ES" smtClean="0"/>
              <a:t>07/01/2025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B4BB4-DB14-41CB-99D9-F6186AA2E01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61820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4982" y="2683342"/>
            <a:ext cx="31049774" cy="97416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4982" y="13416653"/>
            <a:ext cx="31049774" cy="319783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4982" y="46713298"/>
            <a:ext cx="8099941" cy="2683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4A95A-1A02-4E7B-B89D-4D01BADE025F}" type="datetimeFigureOut">
              <a:rPr lang="es-ES" smtClean="0"/>
              <a:t>07/01/2025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4913" y="46713298"/>
            <a:ext cx="12149912" cy="2683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4815" y="46713298"/>
            <a:ext cx="8099941" cy="2683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B4BB4-DB14-41CB-99D9-F6186AA2E01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5299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599993" rtl="0" eaLnBrk="1" latinLnBrk="0" hangingPunct="1">
        <a:lnSpc>
          <a:spcPct val="90000"/>
        </a:lnSpc>
        <a:spcBef>
          <a:spcPct val="0"/>
        </a:spcBef>
        <a:buNone/>
        <a:defRPr sz="1732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99998" indent="-899998" algn="l" defTabSz="3599993" rtl="0" eaLnBrk="1" latinLnBrk="0" hangingPunct="1">
        <a:lnSpc>
          <a:spcPct val="90000"/>
        </a:lnSpc>
        <a:spcBef>
          <a:spcPts val="3937"/>
        </a:spcBef>
        <a:buFont typeface="Arial" panose="020B0604020202020204" pitchFamily="34" charset="0"/>
        <a:buChar char="•"/>
        <a:defRPr sz="11024" kern="1200">
          <a:solidFill>
            <a:schemeClr val="tx1"/>
          </a:solidFill>
          <a:latin typeface="+mn-lt"/>
          <a:ea typeface="+mn-ea"/>
          <a:cs typeface="+mn-cs"/>
        </a:defRPr>
      </a:lvl1pPr>
      <a:lvl2pPr marL="2699995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9449" kern="1200">
          <a:solidFill>
            <a:schemeClr val="tx1"/>
          </a:solidFill>
          <a:latin typeface="+mn-lt"/>
          <a:ea typeface="+mn-ea"/>
          <a:cs typeface="+mn-cs"/>
        </a:defRPr>
      </a:lvl2pPr>
      <a:lvl3pPr marL="4499991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874" kern="1200">
          <a:solidFill>
            <a:schemeClr val="tx1"/>
          </a:solidFill>
          <a:latin typeface="+mn-lt"/>
          <a:ea typeface="+mn-ea"/>
          <a:cs typeface="+mn-cs"/>
        </a:defRPr>
      </a:lvl3pPr>
      <a:lvl4pPr marL="6299987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4pPr>
      <a:lvl5pPr marL="8099984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5pPr>
      <a:lvl6pPr marL="9899980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6pPr>
      <a:lvl7pPr marL="11699977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7pPr>
      <a:lvl8pPr marL="13499973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8pPr>
      <a:lvl9pPr marL="15299969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1pPr>
      <a:lvl2pPr marL="1799996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2pPr>
      <a:lvl3pPr marL="3599993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3pPr>
      <a:lvl4pPr marL="5399989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4pPr>
      <a:lvl5pPr marL="7199986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5pPr>
      <a:lvl6pPr marL="8999982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6pPr>
      <a:lvl7pPr marL="10799978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7pPr>
      <a:lvl8pPr marL="12599975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8pPr>
      <a:lvl9pPr marL="14399971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1181087"/>
            <a:ext cx="35999737" cy="3638871"/>
          </a:xfrm>
          <a:solidFill>
            <a:srgbClr val="FFFFFF"/>
          </a:solidFill>
        </p:spPr>
        <p:txBody>
          <a:bodyPr lIns="3600000" rIns="3600000" anchor="ctr">
            <a:normAutofit/>
          </a:bodyPr>
          <a:lstStyle/>
          <a:p>
            <a:pPr algn="l"/>
            <a:r>
              <a:rPr lang="es-ES" sz="10000" b="1" dirty="0">
                <a:latin typeface="Bahnschrift SemiLight SemiConde" panose="020B0502040204020203" pitchFamily="34" charset="0"/>
              </a:rPr>
              <a:t>BirdBot: </a:t>
            </a:r>
            <a:r>
              <a:rPr lang="es-ES" sz="10000" dirty="0">
                <a:latin typeface="Bahnschrift SemiLight SemiConde" panose="020B0502040204020203" pitchFamily="34" charset="0"/>
              </a:rPr>
              <a:t>una herramienta para registrar datos de cajas nidos en campo basada en </a:t>
            </a:r>
            <a:r>
              <a:rPr lang="es-ES" sz="10000" dirty="0" smtClean="0">
                <a:latin typeface="Bahnschrift SemiLight SemiConde" panose="020B0502040204020203" pitchFamily="34" charset="0"/>
              </a:rPr>
              <a:t>Telegram</a:t>
            </a:r>
            <a:endParaRPr lang="es-ES" sz="10000" dirty="0">
              <a:latin typeface="Bahnschrift SemiLight SemiConde" panose="020B0502040204020203" pitchFamily="34" charset="0"/>
            </a:endParaRPr>
          </a:p>
        </p:txBody>
      </p:sp>
      <p:sp>
        <p:nvSpPr>
          <p:cNvPr id="13" name="Título 1"/>
          <p:cNvSpPr txBox="1">
            <a:spLocks/>
          </p:cNvSpPr>
          <p:nvPr/>
        </p:nvSpPr>
        <p:spPr>
          <a:xfrm>
            <a:off x="-1" y="46166321"/>
            <a:ext cx="35999738" cy="3638871"/>
          </a:xfrm>
          <a:prstGeom prst="rect">
            <a:avLst/>
          </a:prstGeom>
          <a:solidFill>
            <a:srgbClr val="FFFFFF"/>
          </a:solidFill>
        </p:spPr>
        <p:txBody>
          <a:bodyPr vert="horz" lIns="3600000" tIns="45720" rIns="3600000" bIns="45720" rtlCol="0" anchor="ctr">
            <a:normAutofit fontScale="97500"/>
          </a:bodyPr>
          <a:lstStyle>
            <a:lvl1pPr algn="ctr" defTabSz="359999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3622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s-ES" sz="3500" dirty="0">
              <a:latin typeface="Bahnschrift SemiLight SemiConde" panose="020B0502040204020203" pitchFamily="34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052906" y="9639786"/>
            <a:ext cx="27246461" cy="26588033"/>
          </a:xfrm>
          <a:prstGeom prst="roundRect">
            <a:avLst/>
          </a:prstGeom>
          <a:noFill/>
        </p:spPr>
        <p:txBody>
          <a:bodyPr lIns="720000" tIns="360000" rIns="720000" bIns="360000" numCol="2" spcCol="1440000">
            <a:normAutofit/>
          </a:bodyPr>
          <a:lstStyle/>
          <a:p>
            <a:pPr algn="l"/>
            <a:r>
              <a:rPr lang="es-ES" sz="5000" b="1" dirty="0" smtClean="0">
                <a:latin typeface="Bahnschrift SemiLight SemiConde" panose="020B0502040204020203" pitchFamily="34" charset="0"/>
              </a:rPr>
              <a:t>Configurando BirdBot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ES" sz="3500" b="1" dirty="0" smtClean="0">
                <a:latin typeface="Bahnschrift SemiLight SemiConde" panose="020B0502040204020203" pitchFamily="34" charset="0"/>
              </a:rPr>
              <a:t>En Telegram: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ES" sz="3500" dirty="0" smtClean="0">
                <a:latin typeface="Bahnschrift SemiLight SemiConde" panose="020B0502040204020203" pitchFamily="34" charset="0"/>
              </a:rPr>
              <a:t>Crear un </a:t>
            </a:r>
            <a:r>
              <a:rPr lang="es-ES" sz="3500" dirty="0" err="1" smtClean="0">
                <a:latin typeface="Bahnschrift SemiLight SemiConde" panose="020B0502040204020203" pitchFamily="34" charset="0"/>
              </a:rPr>
              <a:t>Token</a:t>
            </a:r>
            <a:r>
              <a:rPr lang="es-ES" sz="3500" dirty="0" smtClean="0">
                <a:latin typeface="Bahnschrift SemiLight SemiConde" panose="020B0502040204020203" pitchFamily="34" charset="0"/>
              </a:rPr>
              <a:t> y un </a:t>
            </a:r>
            <a:r>
              <a:rPr lang="es-ES" sz="3500" dirty="0" err="1" smtClean="0">
                <a:latin typeface="Bahnschrift SemiLight SemiConde" panose="020B0502040204020203" pitchFamily="34" charset="0"/>
              </a:rPr>
              <a:t>bot</a:t>
            </a:r>
            <a:r>
              <a:rPr lang="es-ES" sz="3500" dirty="0" smtClean="0">
                <a:latin typeface="Bahnschrift SemiLight SemiConde" panose="020B0502040204020203" pitchFamily="34" charset="0"/>
              </a:rPr>
              <a:t> con “</a:t>
            </a:r>
            <a:r>
              <a:rPr lang="es-ES" sz="3500" dirty="0" err="1" smtClean="0">
                <a:latin typeface="Bahnschrift SemiLight SemiConde" panose="020B0502040204020203" pitchFamily="34" charset="0"/>
              </a:rPr>
              <a:t>BotFather</a:t>
            </a:r>
            <a:r>
              <a:rPr lang="es-ES" sz="3500" dirty="0" smtClean="0">
                <a:latin typeface="Bahnschrift SemiLight SemiConde" panose="020B0502040204020203" pitchFamily="34" charset="0"/>
              </a:rPr>
              <a:t>”</a:t>
            </a:r>
            <a:endParaRPr lang="es-ES" sz="3500" dirty="0">
              <a:latin typeface="Bahnschrift SemiLight SemiConde" panose="020B0502040204020203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ES" sz="3500" b="1" dirty="0" smtClean="0">
                <a:latin typeface="Bahnschrift SemiLight SemiConde" panose="020B0502040204020203" pitchFamily="34" charset="0"/>
              </a:rPr>
              <a:t>En R:</a:t>
            </a:r>
          </a:p>
          <a:p>
            <a:pPr marL="514350" indent="-514350" algn="just">
              <a:buFont typeface="+mj-lt"/>
              <a:buAutoNum type="arabicPeriod" startAt="2"/>
            </a:pPr>
            <a:r>
              <a:rPr lang="es-ES" sz="3500" dirty="0" smtClean="0">
                <a:latin typeface="Bahnschrift SemiLight SemiConde" panose="020B0502040204020203" pitchFamily="34" charset="0"/>
              </a:rPr>
              <a:t>Instalar el paquete de </a:t>
            </a:r>
            <a:r>
              <a:rPr lang="es-ES" sz="3500" dirty="0" smtClean="0">
                <a:latin typeface="Bahnschrift SemiLight SemiConde" panose="020B0502040204020203" pitchFamily="34" charset="0"/>
              </a:rPr>
              <a:t>R</a:t>
            </a:r>
          </a:p>
          <a:p>
            <a:pPr algn="l"/>
            <a:r>
              <a:rPr lang="en-US" sz="3000" dirty="0" smtClean="0">
                <a:latin typeface="Consolas" panose="020B0609020204030204" pitchFamily="49" charset="0"/>
                <a:ea typeface="SimSun" panose="02010600030101010101" pitchFamily="2" charset="-122"/>
              </a:rPr>
              <a:t>&gt; </a:t>
            </a:r>
            <a:r>
              <a:rPr lang="en-US" sz="3000" dirty="0" err="1" smtClean="0">
                <a:latin typeface="Consolas" panose="020B0609020204030204" pitchFamily="49" charset="0"/>
                <a:ea typeface="SimSun" panose="02010600030101010101" pitchFamily="2" charset="-122"/>
              </a:rPr>
              <a:t>devtools</a:t>
            </a:r>
            <a:r>
              <a:rPr lang="en-US" sz="3000" dirty="0" smtClean="0">
                <a:latin typeface="Consolas" panose="020B0609020204030204" pitchFamily="49" charset="0"/>
                <a:ea typeface="SimSun" panose="02010600030101010101" pitchFamily="2" charset="-122"/>
              </a:rPr>
              <a:t>::</a:t>
            </a:r>
            <a:r>
              <a:rPr lang="en-US" sz="3000" dirty="0" err="1" smtClean="0">
                <a:latin typeface="Consolas" panose="020B0609020204030204" pitchFamily="49" charset="0"/>
                <a:ea typeface="SimSun" panose="02010600030101010101" pitchFamily="2" charset="-122"/>
              </a:rPr>
              <a:t>install_github</a:t>
            </a:r>
            <a:r>
              <a:rPr lang="en-US" sz="3000" dirty="0">
                <a:latin typeface="Consolas" panose="020B0609020204030204" pitchFamily="49" charset="0"/>
                <a:ea typeface="SimSun" panose="02010600030101010101" pitchFamily="2" charset="-122"/>
              </a:rPr>
              <a:t>("</a:t>
            </a:r>
            <a:r>
              <a:rPr lang="en-US" sz="3000" dirty="0" err="1">
                <a:latin typeface="Consolas" panose="020B0609020204030204" pitchFamily="49" charset="0"/>
                <a:ea typeface="SimSun" panose="02010600030101010101" pitchFamily="2" charset="-122"/>
              </a:rPr>
              <a:t>soniawandosell</a:t>
            </a:r>
            <a:r>
              <a:rPr lang="en-US" sz="3000" dirty="0">
                <a:latin typeface="Consolas" panose="020B0609020204030204" pitchFamily="49" charset="0"/>
                <a:ea typeface="SimSun" panose="02010600030101010101" pitchFamily="2" charset="-122"/>
              </a:rPr>
              <a:t>/BirdBot</a:t>
            </a:r>
            <a:r>
              <a:rPr lang="en-US" sz="3000" dirty="0" smtClean="0">
                <a:latin typeface="Consolas" panose="020B0609020204030204" pitchFamily="49" charset="0"/>
                <a:ea typeface="SimSun" panose="02010600030101010101" pitchFamily="2" charset="-122"/>
              </a:rPr>
              <a:t>")</a:t>
            </a:r>
            <a:endParaRPr lang="es-ES" sz="3000" dirty="0" smtClean="0">
              <a:latin typeface="Bahnschrift SemiLight SemiConde" panose="020B0502040204020203" pitchFamily="34" charset="0"/>
            </a:endParaRPr>
          </a:p>
          <a:p>
            <a:pPr marL="514350" indent="-514350" algn="just">
              <a:buFont typeface="+mj-lt"/>
              <a:buAutoNum type="arabicPeriod" startAt="3"/>
            </a:pPr>
            <a:r>
              <a:rPr lang="es-ES" sz="3500" dirty="0" smtClean="0">
                <a:latin typeface="Bahnschrift SemiLight SemiConde" panose="020B0502040204020203" pitchFamily="34" charset="0"/>
              </a:rPr>
              <a:t>Crear el archivo de configuración “</a:t>
            </a:r>
            <a:r>
              <a:rPr lang="es-ES" sz="3500" dirty="0" err="1" smtClean="0">
                <a:latin typeface="Bahnschrift SemiLight SemiConde" panose="020B0502040204020203" pitchFamily="34" charset="0"/>
              </a:rPr>
              <a:t>BirdBotSettings</a:t>
            </a:r>
            <a:r>
              <a:rPr lang="es-ES" sz="3500" dirty="0" smtClean="0">
                <a:latin typeface="Bahnschrift SemiLight SemiConde" panose="020B0502040204020203" pitchFamily="34" charset="0"/>
              </a:rPr>
              <a:t>” </a:t>
            </a:r>
            <a:r>
              <a:rPr lang="es-ES" sz="3500" dirty="0" smtClean="0">
                <a:latin typeface="Bahnschrift SemiLight SemiConde" panose="020B0502040204020203" pitchFamily="34" charset="0"/>
              </a:rPr>
              <a:t>y </a:t>
            </a:r>
            <a:r>
              <a:rPr lang="es-ES" sz="3500" dirty="0" smtClean="0">
                <a:latin typeface="Bahnschrift SemiLight SemiConde" panose="020B0502040204020203" pitchFamily="34" charset="0"/>
              </a:rPr>
              <a:t>rellenarlo con tus datos</a:t>
            </a:r>
            <a:r>
              <a:rPr lang="es-ES" sz="3500" dirty="0" smtClean="0">
                <a:latin typeface="Bahnschrift SemiLight SemiConde" panose="020B0502040204020203" pitchFamily="34" charset="0"/>
              </a:rPr>
              <a:t>.</a:t>
            </a:r>
          </a:p>
          <a:p>
            <a:pPr algn="l"/>
            <a:r>
              <a:rPr lang="es-ES" sz="3000" dirty="0" smtClean="0">
                <a:latin typeface="Consolas" panose="020B0609020204030204" pitchFamily="49" charset="0"/>
                <a:ea typeface="SimSun" panose="02010600030101010101" pitchFamily="2" charset="-122"/>
              </a:rPr>
              <a:t>&gt; </a:t>
            </a:r>
            <a:r>
              <a:rPr lang="es-ES" sz="3000" dirty="0" err="1" smtClean="0">
                <a:latin typeface="Consolas" panose="020B0609020204030204" pitchFamily="49" charset="0"/>
                <a:ea typeface="SimSun" panose="02010600030101010101" pitchFamily="2" charset="-122"/>
              </a:rPr>
              <a:t>Bot</a:t>
            </a:r>
            <a:r>
              <a:rPr lang="es-ES" sz="3000" dirty="0" smtClean="0">
                <a:latin typeface="Consolas" panose="020B0609020204030204" pitchFamily="49" charset="0"/>
                <a:ea typeface="SimSun" panose="02010600030101010101" pitchFamily="2" charset="-122"/>
              </a:rPr>
              <a:t> &lt;- </a:t>
            </a:r>
            <a:r>
              <a:rPr lang="es-ES" sz="3000" dirty="0" err="1" smtClean="0">
                <a:latin typeface="Consolas" panose="020B0609020204030204" pitchFamily="49" charset="0"/>
                <a:ea typeface="SimSun" panose="02010600030101010101" pitchFamily="2" charset="-122"/>
              </a:rPr>
              <a:t>set.settings</a:t>
            </a:r>
            <a:r>
              <a:rPr lang="es-ES" sz="3000" dirty="0" smtClean="0">
                <a:latin typeface="Consolas" panose="020B0609020204030204" pitchFamily="49" charset="0"/>
                <a:ea typeface="SimSun" panose="02010600030101010101" pitchFamily="2" charset="-122"/>
              </a:rPr>
              <a:t>(</a:t>
            </a:r>
            <a:r>
              <a:rPr lang="es-ES" sz="3000" dirty="0" err="1" smtClean="0">
                <a:latin typeface="Consolas" panose="020B0609020204030204" pitchFamily="49" charset="0"/>
                <a:ea typeface="SimSun" panose="02010600030101010101" pitchFamily="2" charset="-122"/>
              </a:rPr>
              <a:t>dir</a:t>
            </a:r>
            <a:r>
              <a:rPr lang="es-ES" sz="3000" dirty="0" smtClean="0">
                <a:latin typeface="Consolas" panose="020B0609020204030204" pitchFamily="49" charset="0"/>
                <a:ea typeface="SimSun" panose="02010600030101010101" pitchFamily="2" charset="-122"/>
              </a:rPr>
              <a:t> = "./</a:t>
            </a:r>
            <a:r>
              <a:rPr lang="es-ES" sz="3000" dirty="0">
                <a:latin typeface="Consolas" panose="020B0609020204030204" pitchFamily="49" charset="0"/>
                <a:ea typeface="SimSun" panose="02010600030101010101" pitchFamily="2" charset="-122"/>
              </a:rPr>
              <a:t>data/Settings.xlsx</a:t>
            </a:r>
            <a:r>
              <a:rPr lang="es-ES" sz="3000" dirty="0" smtClean="0">
                <a:latin typeface="Consolas" panose="020B0609020204030204" pitchFamily="49" charset="0"/>
                <a:ea typeface="SimSun" panose="02010600030101010101" pitchFamily="2" charset="-122"/>
              </a:rPr>
              <a:t>", 	</a:t>
            </a:r>
            <a:r>
              <a:rPr lang="es-ES" sz="3000" dirty="0" err="1" smtClean="0">
                <a:latin typeface="Consolas" panose="020B0609020204030204" pitchFamily="49" charset="0"/>
                <a:ea typeface="SimSun" panose="02010600030101010101" pitchFamily="2" charset="-122"/>
              </a:rPr>
              <a:t>map.file</a:t>
            </a:r>
            <a:r>
              <a:rPr lang="es-ES" sz="3000" dirty="0" smtClean="0">
                <a:latin typeface="Consolas" panose="020B0609020204030204" pitchFamily="49" charset="0"/>
                <a:ea typeface="SimSun" panose="02010600030101010101" pitchFamily="2" charset="-122"/>
              </a:rPr>
              <a:t>="</a:t>
            </a:r>
            <a:r>
              <a:rPr lang="es-ES" sz="3000" dirty="0" err="1" smtClean="0">
                <a:latin typeface="Consolas" panose="020B0609020204030204" pitchFamily="49" charset="0"/>
                <a:ea typeface="SimSun" panose="02010600030101010101" pitchFamily="2" charset="-122"/>
              </a:rPr>
              <a:t>StudyArea.kml</a:t>
            </a:r>
            <a:r>
              <a:rPr lang="es-ES" sz="3000" dirty="0" smtClean="0">
                <a:latin typeface="Consolas" panose="020B0609020204030204" pitchFamily="49" charset="0"/>
                <a:ea typeface="SimSun" panose="02010600030101010101" pitchFamily="2" charset="-122"/>
              </a:rPr>
              <a:t>“, …)</a:t>
            </a:r>
            <a:endParaRPr lang="es-ES" sz="3000" dirty="0" smtClean="0">
              <a:latin typeface="Consolas" panose="020B0609020204030204" pitchFamily="49" charset="0"/>
              <a:ea typeface="SimSun" panose="02010600030101010101" pitchFamily="2" charset="-122"/>
            </a:endParaRPr>
          </a:p>
          <a:p>
            <a:pPr marL="514350" indent="-514350" algn="just">
              <a:buFont typeface="+mj-lt"/>
              <a:buAutoNum type="arabicPeriod" startAt="4"/>
            </a:pPr>
            <a:r>
              <a:rPr lang="es-ES" sz="3500" dirty="0" smtClean="0">
                <a:latin typeface="Bahnschrift SemiLight SemiConde" panose="020B0502040204020203" pitchFamily="34" charset="0"/>
              </a:rPr>
              <a:t>Crear una base de </a:t>
            </a:r>
            <a:r>
              <a:rPr lang="es-ES" sz="3500" dirty="0" smtClean="0">
                <a:latin typeface="Bahnschrift SemiLight SemiConde" panose="020B0502040204020203" pitchFamily="34" charset="0"/>
              </a:rPr>
              <a:t>datos</a:t>
            </a:r>
          </a:p>
          <a:p>
            <a:pPr algn="l"/>
            <a:r>
              <a:rPr lang="es-ES" sz="3000" dirty="0" smtClean="0">
                <a:latin typeface="Consolas" panose="020B0609020204030204" pitchFamily="49" charset="0"/>
                <a:ea typeface="SimSun" panose="02010600030101010101" pitchFamily="2" charset="-122"/>
              </a:rPr>
              <a:t>&gt; </a:t>
            </a:r>
            <a:r>
              <a:rPr lang="es-ES" sz="3000" dirty="0" err="1">
                <a:latin typeface="Consolas" panose="020B0609020204030204" pitchFamily="49" charset="0"/>
                <a:ea typeface="SimSun" panose="02010600030101010101" pitchFamily="2" charset="-122"/>
              </a:rPr>
              <a:t>Bot</a:t>
            </a:r>
            <a:r>
              <a:rPr lang="es-ES" sz="3000" dirty="0">
                <a:latin typeface="Consolas" panose="020B0609020204030204" pitchFamily="49" charset="0"/>
                <a:ea typeface="SimSun" panose="02010600030101010101" pitchFamily="2" charset="-122"/>
              </a:rPr>
              <a:t> &lt;- </a:t>
            </a:r>
            <a:r>
              <a:rPr lang="es-ES" sz="3000" dirty="0" err="1">
                <a:latin typeface="Consolas" panose="020B0609020204030204" pitchFamily="49" charset="0"/>
                <a:ea typeface="SimSun" panose="02010600030101010101" pitchFamily="2" charset="-122"/>
              </a:rPr>
              <a:t>set.database</a:t>
            </a:r>
            <a:r>
              <a:rPr lang="es-ES" sz="3000" dirty="0">
                <a:latin typeface="Consolas" panose="020B0609020204030204" pitchFamily="49" charset="0"/>
                <a:ea typeface="SimSun" panose="02010600030101010101" pitchFamily="2" charset="-122"/>
              </a:rPr>
              <a:t>(</a:t>
            </a:r>
            <a:r>
              <a:rPr lang="es-ES" sz="3000" dirty="0" err="1">
                <a:latin typeface="Consolas" panose="020B0609020204030204" pitchFamily="49" charset="0"/>
                <a:ea typeface="SimSun" panose="02010600030101010101" pitchFamily="2" charset="-122"/>
              </a:rPr>
              <a:t>Bot</a:t>
            </a:r>
            <a:r>
              <a:rPr lang="es-ES" sz="3000" dirty="0">
                <a:latin typeface="Consolas" panose="020B0609020204030204" pitchFamily="49" charset="0"/>
                <a:ea typeface="SimSun" panose="02010600030101010101" pitchFamily="2" charset="-122"/>
              </a:rPr>
              <a:t>, db.name = "</a:t>
            </a:r>
            <a:r>
              <a:rPr lang="es-ES" sz="3000" dirty="0" err="1">
                <a:latin typeface="Consolas" panose="020B0609020204030204" pitchFamily="49" charset="0"/>
                <a:ea typeface="SimSun" panose="02010600030101010101" pitchFamily="2" charset="-122"/>
              </a:rPr>
              <a:t>database</a:t>
            </a:r>
            <a:r>
              <a:rPr lang="es-ES" sz="3000" dirty="0">
                <a:latin typeface="Consolas" panose="020B0609020204030204" pitchFamily="49" charset="0"/>
                <a:ea typeface="SimSun" panose="02010600030101010101" pitchFamily="2" charset="-122"/>
              </a:rPr>
              <a:t>", 	</a:t>
            </a:r>
            <a:r>
              <a:rPr lang="es-ES" sz="3000" dirty="0" err="1" smtClean="0">
                <a:latin typeface="Consolas" panose="020B0609020204030204" pitchFamily="49" charset="0"/>
                <a:ea typeface="SimSun" panose="02010600030101010101" pitchFamily="2" charset="-122"/>
              </a:rPr>
              <a:t>firstday</a:t>
            </a:r>
            <a:r>
              <a:rPr lang="es-ES" sz="3000" dirty="0" smtClean="0">
                <a:latin typeface="Consolas" panose="020B0609020204030204" pitchFamily="49" charset="0"/>
                <a:ea typeface="SimSun" panose="02010600030101010101" pitchFamily="2" charset="-122"/>
              </a:rPr>
              <a:t> = "2024-10-28", 	</a:t>
            </a:r>
            <a:r>
              <a:rPr lang="es-ES" sz="3000" dirty="0" err="1" smtClean="0">
                <a:latin typeface="Consolas" panose="020B0609020204030204" pitchFamily="49" charset="0"/>
                <a:ea typeface="SimSun" panose="02010600030101010101" pitchFamily="2" charset="-122"/>
              </a:rPr>
              <a:t>lastday</a:t>
            </a:r>
            <a:r>
              <a:rPr lang="es-ES" sz="3000" dirty="0" smtClean="0">
                <a:latin typeface="Consolas" panose="020B0609020204030204" pitchFamily="49" charset="0"/>
                <a:ea typeface="SimSun" panose="02010600030101010101" pitchFamily="2" charset="-122"/>
              </a:rPr>
              <a:t> = "2024-11-06")</a:t>
            </a:r>
            <a:endParaRPr lang="es-ES" sz="3500" dirty="0" smtClean="0">
              <a:latin typeface="Bahnschrift SemiLight SemiConde" panose="020B0502040204020203" pitchFamily="34" charset="0"/>
            </a:endParaRPr>
          </a:p>
          <a:p>
            <a:pPr marL="514350" indent="-514350" algn="just">
              <a:buFont typeface="+mj-lt"/>
              <a:buAutoNum type="arabicPeriod" startAt="5"/>
            </a:pPr>
            <a:r>
              <a:rPr lang="es-ES" sz="3500" dirty="0" smtClean="0">
                <a:latin typeface="Bahnschrift SemiLight SemiConde" panose="020B0502040204020203" pitchFamily="34" charset="0"/>
              </a:rPr>
              <a:t>Añadir comandos al </a:t>
            </a:r>
            <a:r>
              <a:rPr lang="es-ES" sz="3500" dirty="0" err="1" smtClean="0">
                <a:latin typeface="Bahnschrift SemiLight SemiConde" panose="020B0502040204020203" pitchFamily="34" charset="0"/>
              </a:rPr>
              <a:t>bot</a:t>
            </a:r>
            <a:endParaRPr lang="es-ES" sz="3500" dirty="0">
              <a:latin typeface="Bahnschrift SemiLight SemiConde" panose="020B0502040204020203" pitchFamily="34" charset="0"/>
            </a:endParaRPr>
          </a:p>
          <a:p>
            <a:pPr algn="l"/>
            <a:r>
              <a:rPr lang="es-ES" sz="3000" dirty="0" smtClean="0">
                <a:latin typeface="Consolas" panose="020B0609020204030204" pitchFamily="49" charset="0"/>
                <a:ea typeface="SimSun" panose="02010600030101010101" pitchFamily="2" charset="-122"/>
              </a:rPr>
              <a:t>&gt; </a:t>
            </a:r>
            <a:r>
              <a:rPr lang="es-ES" sz="3000" dirty="0" err="1" smtClean="0">
                <a:latin typeface="Consolas" panose="020B0609020204030204" pitchFamily="49" charset="0"/>
                <a:ea typeface="SimSun" panose="02010600030101010101" pitchFamily="2" charset="-122"/>
              </a:rPr>
              <a:t>Bot</a:t>
            </a:r>
            <a:r>
              <a:rPr lang="es-ES" sz="3000" dirty="0" smtClean="0">
                <a:latin typeface="Consolas" panose="020B0609020204030204" pitchFamily="49" charset="0"/>
                <a:ea typeface="SimSun" panose="02010600030101010101" pitchFamily="2" charset="-122"/>
              </a:rPr>
              <a:t> </a:t>
            </a:r>
            <a:r>
              <a:rPr lang="es-ES" sz="3000" dirty="0">
                <a:latin typeface="Consolas" panose="020B0609020204030204" pitchFamily="49" charset="0"/>
                <a:ea typeface="SimSun" panose="02010600030101010101" pitchFamily="2" charset="-122"/>
              </a:rPr>
              <a:t>&lt;- </a:t>
            </a:r>
            <a:r>
              <a:rPr lang="es-ES" sz="3000" dirty="0" err="1" smtClean="0">
                <a:latin typeface="Consolas" panose="020B0609020204030204" pitchFamily="49" charset="0"/>
                <a:ea typeface="SimSun" panose="02010600030101010101" pitchFamily="2" charset="-122"/>
              </a:rPr>
              <a:t>add.start</a:t>
            </a:r>
            <a:r>
              <a:rPr lang="es-ES" sz="3000" dirty="0" smtClean="0">
                <a:latin typeface="Consolas" panose="020B0609020204030204" pitchFamily="49" charset="0"/>
                <a:ea typeface="SimSun" panose="02010600030101010101" pitchFamily="2" charset="-122"/>
              </a:rPr>
              <a:t>(</a:t>
            </a:r>
            <a:r>
              <a:rPr lang="es-ES" sz="3000" dirty="0" err="1" smtClean="0">
                <a:latin typeface="Consolas" panose="020B0609020204030204" pitchFamily="49" charset="0"/>
                <a:ea typeface="SimSun" panose="02010600030101010101" pitchFamily="2" charset="-122"/>
              </a:rPr>
              <a:t>Bot</a:t>
            </a:r>
            <a:r>
              <a:rPr lang="es-ES" sz="3000" dirty="0" smtClean="0">
                <a:latin typeface="Consolas" panose="020B0609020204030204" pitchFamily="49" charset="0"/>
                <a:ea typeface="SimSun" panose="02010600030101010101" pitchFamily="2" charset="-122"/>
              </a:rPr>
              <a:t>, …</a:t>
            </a:r>
            <a:r>
              <a:rPr lang="es-ES" sz="3000" dirty="0" smtClean="0">
                <a:latin typeface="Consolas" panose="020B0609020204030204" pitchFamily="49" charset="0"/>
                <a:ea typeface="SimSun" panose="02010600030101010101" pitchFamily="2" charset="-122"/>
              </a:rPr>
              <a:t>)</a:t>
            </a:r>
            <a:endParaRPr lang="es-ES" sz="3000" dirty="0">
              <a:latin typeface="Consolas" panose="020B0609020204030204" pitchFamily="49" charset="0"/>
              <a:ea typeface="SimSun" panose="02010600030101010101" pitchFamily="2" charset="-122"/>
            </a:endParaRPr>
          </a:p>
          <a:p>
            <a:pPr algn="l"/>
            <a:r>
              <a:rPr lang="es-ES" sz="3000" dirty="0" smtClean="0">
                <a:latin typeface="Consolas" panose="020B0609020204030204" pitchFamily="49" charset="0"/>
                <a:ea typeface="SimSun" panose="02010600030101010101" pitchFamily="2" charset="-122"/>
              </a:rPr>
              <a:t>&gt; </a:t>
            </a:r>
            <a:r>
              <a:rPr lang="es-ES" sz="3000" dirty="0" err="1" smtClean="0">
                <a:latin typeface="Consolas" panose="020B0609020204030204" pitchFamily="49" charset="0"/>
                <a:ea typeface="SimSun" panose="02010600030101010101" pitchFamily="2" charset="-122"/>
              </a:rPr>
              <a:t>Bot</a:t>
            </a:r>
            <a:r>
              <a:rPr lang="es-ES" sz="3000" dirty="0" smtClean="0">
                <a:latin typeface="Consolas" panose="020B0609020204030204" pitchFamily="49" charset="0"/>
                <a:ea typeface="SimSun" panose="02010600030101010101" pitchFamily="2" charset="-122"/>
              </a:rPr>
              <a:t> </a:t>
            </a:r>
            <a:r>
              <a:rPr lang="es-ES" sz="3000" dirty="0">
                <a:latin typeface="Consolas" panose="020B0609020204030204" pitchFamily="49" charset="0"/>
                <a:ea typeface="SimSun" panose="02010600030101010101" pitchFamily="2" charset="-122"/>
              </a:rPr>
              <a:t>&lt;- </a:t>
            </a:r>
            <a:r>
              <a:rPr lang="es-ES" sz="3000" dirty="0" err="1">
                <a:latin typeface="Consolas" panose="020B0609020204030204" pitchFamily="49" charset="0"/>
                <a:ea typeface="SimSun" panose="02010600030101010101" pitchFamily="2" charset="-122"/>
              </a:rPr>
              <a:t>add.sampling</a:t>
            </a:r>
            <a:r>
              <a:rPr lang="es-ES" sz="3000" dirty="0">
                <a:latin typeface="Consolas" panose="020B0609020204030204" pitchFamily="49" charset="0"/>
                <a:ea typeface="SimSun" panose="02010600030101010101" pitchFamily="2" charset="-122"/>
              </a:rPr>
              <a:t>(</a:t>
            </a:r>
            <a:r>
              <a:rPr lang="es-ES" sz="3000" dirty="0" err="1">
                <a:latin typeface="Consolas" panose="020B0609020204030204" pitchFamily="49" charset="0"/>
                <a:ea typeface="SimSun" panose="02010600030101010101" pitchFamily="2" charset="-122"/>
              </a:rPr>
              <a:t>Bot</a:t>
            </a:r>
            <a:r>
              <a:rPr lang="es-ES" sz="3000" dirty="0">
                <a:latin typeface="Consolas" panose="020B0609020204030204" pitchFamily="49" charset="0"/>
                <a:ea typeface="SimSun" panose="02010600030101010101" pitchFamily="2" charset="-122"/>
              </a:rPr>
              <a:t>, </a:t>
            </a:r>
            <a:r>
              <a:rPr lang="es-ES" sz="3000" dirty="0" err="1" smtClean="0">
                <a:latin typeface="Consolas" panose="020B0609020204030204" pitchFamily="49" charset="0"/>
                <a:ea typeface="SimSun" panose="02010600030101010101" pitchFamily="2" charset="-122"/>
              </a:rPr>
              <a:t>command</a:t>
            </a:r>
            <a:r>
              <a:rPr lang="es-ES" sz="3000" dirty="0">
                <a:latin typeface="Consolas" panose="020B0609020204030204" pitchFamily="49" charset="0"/>
                <a:ea typeface="SimSun" panose="02010600030101010101" pitchFamily="2" charset="-122"/>
              </a:rPr>
              <a:t>="</a:t>
            </a:r>
            <a:r>
              <a:rPr lang="es-ES" sz="3000" dirty="0" err="1">
                <a:latin typeface="Consolas" panose="020B0609020204030204" pitchFamily="49" charset="0"/>
                <a:ea typeface="SimSun" panose="02010600030101010101" pitchFamily="2" charset="-122"/>
              </a:rPr>
              <a:t>nest</a:t>
            </a:r>
            <a:r>
              <a:rPr lang="es-ES" sz="3000" dirty="0">
                <a:latin typeface="Consolas" panose="020B0609020204030204" pitchFamily="49" charset="0"/>
                <a:ea typeface="SimSun" panose="02010600030101010101" pitchFamily="2" charset="-122"/>
              </a:rPr>
              <a:t>", </a:t>
            </a:r>
            <a:r>
              <a:rPr lang="es-ES" sz="3000" dirty="0" smtClean="0">
                <a:latin typeface="Consolas" panose="020B0609020204030204" pitchFamily="49" charset="0"/>
                <a:ea typeface="SimSun" panose="02010600030101010101" pitchFamily="2" charset="-122"/>
              </a:rPr>
              <a:t>db.name </a:t>
            </a:r>
            <a:r>
              <a:rPr lang="es-ES" sz="3000" dirty="0" smtClean="0">
                <a:latin typeface="Consolas" panose="020B0609020204030204" pitchFamily="49" charset="0"/>
                <a:ea typeface="SimSun" panose="02010600030101010101" pitchFamily="2" charset="-122"/>
              </a:rPr>
              <a:t>	="</a:t>
            </a:r>
            <a:r>
              <a:rPr lang="es-ES" sz="3000" dirty="0" err="1">
                <a:latin typeface="Consolas" panose="020B0609020204030204" pitchFamily="49" charset="0"/>
                <a:ea typeface="SimSun" panose="02010600030101010101" pitchFamily="2" charset="-122"/>
              </a:rPr>
              <a:t>database</a:t>
            </a:r>
            <a:r>
              <a:rPr lang="es-ES" sz="3000" dirty="0">
                <a:latin typeface="Consolas" panose="020B0609020204030204" pitchFamily="49" charset="0"/>
                <a:ea typeface="SimSun" panose="02010600030101010101" pitchFamily="2" charset="-122"/>
              </a:rPr>
              <a:t>", </a:t>
            </a:r>
            <a:r>
              <a:rPr lang="es-ES" sz="3000" dirty="0" err="1" smtClean="0">
                <a:latin typeface="Consolas" panose="020B0609020204030204" pitchFamily="49" charset="0"/>
                <a:ea typeface="SimSun" panose="02010600030101010101" pitchFamily="2" charset="-122"/>
              </a:rPr>
              <a:t>sep</a:t>
            </a:r>
            <a:r>
              <a:rPr lang="es-ES" sz="3000" dirty="0">
                <a:latin typeface="Consolas" panose="020B0609020204030204" pitchFamily="49" charset="0"/>
                <a:ea typeface="SimSun" panose="02010600030101010101" pitchFamily="2" charset="-122"/>
              </a:rPr>
              <a:t>="-", </a:t>
            </a:r>
            <a:r>
              <a:rPr lang="es-ES" sz="3000" dirty="0" err="1" smtClean="0">
                <a:latin typeface="Consolas" panose="020B0609020204030204" pitchFamily="49" charset="0"/>
                <a:ea typeface="SimSun" panose="02010600030101010101" pitchFamily="2" charset="-122"/>
              </a:rPr>
              <a:t>today</a:t>
            </a:r>
            <a:r>
              <a:rPr lang="es-ES" sz="3000" dirty="0">
                <a:latin typeface="Consolas" panose="020B0609020204030204" pitchFamily="49" charset="0"/>
                <a:ea typeface="SimSun" panose="02010600030101010101" pitchFamily="2" charset="-122"/>
              </a:rPr>
              <a:t>= 0, </a:t>
            </a:r>
            <a:r>
              <a:rPr lang="es-ES" sz="3000" dirty="0" smtClean="0">
                <a:latin typeface="Consolas" panose="020B0609020204030204" pitchFamily="49" charset="0"/>
                <a:ea typeface="SimSun" panose="02010600030101010101" pitchFamily="2" charset="-122"/>
              </a:rPr>
              <a:t>	</a:t>
            </a:r>
            <a:r>
              <a:rPr lang="es-ES" sz="3000" dirty="0" err="1" smtClean="0">
                <a:latin typeface="Consolas" panose="020B0609020204030204" pitchFamily="49" charset="0"/>
                <a:ea typeface="SimSun" panose="02010600030101010101" pitchFamily="2" charset="-122"/>
              </a:rPr>
              <a:t>type</a:t>
            </a:r>
            <a:r>
              <a:rPr lang="es-ES" sz="3000" dirty="0">
                <a:latin typeface="Consolas" panose="020B0609020204030204" pitchFamily="49" charset="0"/>
                <a:ea typeface="SimSun" panose="02010600030101010101" pitchFamily="2" charset="-122"/>
              </a:rPr>
              <a:t>="</a:t>
            </a:r>
            <a:r>
              <a:rPr lang="es-ES" sz="3000" dirty="0" err="1">
                <a:latin typeface="Consolas" panose="020B0609020204030204" pitchFamily="49" charset="0"/>
                <a:ea typeface="SimSun" panose="02010600030101010101" pitchFamily="2" charset="-122"/>
              </a:rPr>
              <a:t>Info</a:t>
            </a:r>
            <a:r>
              <a:rPr lang="es-ES" sz="3000" dirty="0">
                <a:latin typeface="Consolas" panose="020B0609020204030204" pitchFamily="49" charset="0"/>
                <a:ea typeface="SimSun" panose="02010600030101010101" pitchFamily="2" charset="-122"/>
              </a:rPr>
              <a:t>", </a:t>
            </a:r>
            <a:r>
              <a:rPr lang="es-ES" sz="3000" dirty="0" smtClean="0">
                <a:latin typeface="Consolas" panose="020B0609020204030204" pitchFamily="49" charset="0"/>
                <a:ea typeface="SimSun" panose="02010600030101010101" pitchFamily="2" charset="-122"/>
              </a:rPr>
              <a:t>…)</a:t>
            </a:r>
          </a:p>
          <a:p>
            <a:pPr algn="l"/>
            <a:r>
              <a:rPr lang="es-ES" sz="3000" dirty="0" smtClean="0">
                <a:latin typeface="Consolas" panose="020B0609020204030204" pitchFamily="49" charset="0"/>
                <a:ea typeface="SimSun" panose="02010600030101010101" pitchFamily="2" charset="-122"/>
              </a:rPr>
              <a:t>&gt; </a:t>
            </a:r>
            <a:r>
              <a:rPr lang="es-ES" sz="3000" dirty="0" err="1" smtClean="0">
                <a:latin typeface="Consolas" panose="020B0609020204030204" pitchFamily="49" charset="0"/>
                <a:ea typeface="SimSun" panose="02010600030101010101" pitchFamily="2" charset="-122"/>
              </a:rPr>
              <a:t>Bot</a:t>
            </a:r>
            <a:r>
              <a:rPr lang="es-ES" sz="3000" dirty="0" smtClean="0">
                <a:latin typeface="Consolas" panose="020B0609020204030204" pitchFamily="49" charset="0"/>
                <a:ea typeface="SimSun" panose="02010600030101010101" pitchFamily="2" charset="-122"/>
              </a:rPr>
              <a:t> </a:t>
            </a:r>
            <a:r>
              <a:rPr lang="es-ES" sz="3000" dirty="0">
                <a:latin typeface="Consolas" panose="020B0609020204030204" pitchFamily="49" charset="0"/>
                <a:ea typeface="SimSun" panose="02010600030101010101" pitchFamily="2" charset="-122"/>
              </a:rPr>
              <a:t>&lt;- </a:t>
            </a:r>
            <a:r>
              <a:rPr lang="es-ES" sz="3000" dirty="0" err="1">
                <a:latin typeface="Consolas" panose="020B0609020204030204" pitchFamily="49" charset="0"/>
                <a:ea typeface="SimSun" panose="02010600030101010101" pitchFamily="2" charset="-122"/>
              </a:rPr>
              <a:t>add.map</a:t>
            </a:r>
            <a:r>
              <a:rPr lang="es-ES" sz="3000" dirty="0">
                <a:latin typeface="Consolas" panose="020B0609020204030204" pitchFamily="49" charset="0"/>
                <a:ea typeface="SimSun" panose="02010600030101010101" pitchFamily="2" charset="-122"/>
              </a:rPr>
              <a:t>(</a:t>
            </a:r>
            <a:r>
              <a:rPr lang="es-ES" sz="3000" dirty="0" err="1">
                <a:latin typeface="Consolas" panose="020B0609020204030204" pitchFamily="49" charset="0"/>
                <a:ea typeface="SimSun" panose="02010600030101010101" pitchFamily="2" charset="-122"/>
              </a:rPr>
              <a:t>Bot</a:t>
            </a:r>
            <a:r>
              <a:rPr lang="es-ES" sz="3000" dirty="0">
                <a:latin typeface="Consolas" panose="020B0609020204030204" pitchFamily="49" charset="0"/>
                <a:ea typeface="SimSun" panose="02010600030101010101" pitchFamily="2" charset="-122"/>
              </a:rPr>
              <a:t>, </a:t>
            </a:r>
            <a:r>
              <a:rPr lang="es-ES" sz="3000" dirty="0" err="1" smtClean="0">
                <a:latin typeface="Consolas" panose="020B0609020204030204" pitchFamily="49" charset="0"/>
                <a:ea typeface="SimSun" panose="02010600030101010101" pitchFamily="2" charset="-122"/>
              </a:rPr>
              <a:t>command</a:t>
            </a:r>
            <a:r>
              <a:rPr lang="es-ES" sz="3000" dirty="0">
                <a:latin typeface="Consolas" panose="020B0609020204030204" pitchFamily="49" charset="0"/>
                <a:ea typeface="SimSun" panose="02010600030101010101" pitchFamily="2" charset="-122"/>
              </a:rPr>
              <a:t>="</a:t>
            </a:r>
            <a:r>
              <a:rPr lang="es-ES" sz="3000" dirty="0" err="1">
                <a:latin typeface="Consolas" panose="020B0609020204030204" pitchFamily="49" charset="0"/>
                <a:ea typeface="SimSun" panose="02010600030101010101" pitchFamily="2" charset="-122"/>
              </a:rPr>
              <a:t>donetoday</a:t>
            </a:r>
            <a:r>
              <a:rPr lang="es-ES" sz="3000" dirty="0">
                <a:latin typeface="Consolas" panose="020B0609020204030204" pitchFamily="49" charset="0"/>
                <a:ea typeface="SimSun" panose="02010600030101010101" pitchFamily="2" charset="-122"/>
              </a:rPr>
              <a:t>", </a:t>
            </a:r>
            <a:r>
              <a:rPr lang="es-ES" sz="3000" dirty="0" smtClean="0">
                <a:latin typeface="Consolas" panose="020B0609020204030204" pitchFamily="49" charset="0"/>
                <a:ea typeface="SimSun" panose="02010600030101010101" pitchFamily="2" charset="-122"/>
              </a:rPr>
              <a:t>db.name = 	"</a:t>
            </a:r>
            <a:r>
              <a:rPr lang="es-ES" sz="3000" dirty="0" err="1">
                <a:latin typeface="Consolas" panose="020B0609020204030204" pitchFamily="49" charset="0"/>
                <a:ea typeface="SimSun" panose="02010600030101010101" pitchFamily="2" charset="-122"/>
              </a:rPr>
              <a:t>database</a:t>
            </a:r>
            <a:r>
              <a:rPr lang="es-ES" sz="3000" dirty="0" smtClean="0">
                <a:latin typeface="Consolas" panose="020B0609020204030204" pitchFamily="49" charset="0"/>
                <a:ea typeface="SimSun" panose="02010600030101010101" pitchFamily="2" charset="-122"/>
              </a:rPr>
              <a:t>", </a:t>
            </a:r>
            <a:r>
              <a:rPr lang="es-ES" sz="3000" dirty="0" err="1" smtClean="0">
                <a:latin typeface="Consolas" panose="020B0609020204030204" pitchFamily="49" charset="0"/>
                <a:ea typeface="SimSun" panose="02010600030101010101" pitchFamily="2" charset="-122"/>
              </a:rPr>
              <a:t>type</a:t>
            </a:r>
            <a:r>
              <a:rPr lang="es-ES" sz="3000" dirty="0">
                <a:latin typeface="Consolas" panose="020B0609020204030204" pitchFamily="49" charset="0"/>
                <a:ea typeface="SimSun" panose="02010600030101010101" pitchFamily="2" charset="-122"/>
              </a:rPr>
              <a:t>="</a:t>
            </a:r>
            <a:r>
              <a:rPr lang="es-ES" sz="3000" dirty="0" err="1">
                <a:latin typeface="Consolas" panose="020B0609020204030204" pitchFamily="49" charset="0"/>
                <a:ea typeface="SimSun" panose="02010600030101010101" pitchFamily="2" charset="-122"/>
              </a:rPr>
              <a:t>User</a:t>
            </a:r>
            <a:r>
              <a:rPr lang="es-ES" sz="3000" dirty="0" smtClean="0">
                <a:latin typeface="Consolas" panose="020B0609020204030204" pitchFamily="49" charset="0"/>
                <a:ea typeface="SimSun" panose="02010600030101010101" pitchFamily="2" charset="-122"/>
              </a:rPr>
              <a:t>", </a:t>
            </a:r>
            <a:r>
              <a:rPr lang="es-ES" sz="3000" dirty="0" err="1" smtClean="0">
                <a:latin typeface="Consolas" panose="020B0609020204030204" pitchFamily="49" charset="0"/>
                <a:ea typeface="SimSun" panose="02010600030101010101" pitchFamily="2" charset="-122"/>
              </a:rPr>
              <a:t>team</a:t>
            </a:r>
            <a:r>
              <a:rPr lang="es-ES" sz="3000" dirty="0" smtClean="0">
                <a:latin typeface="Consolas" panose="020B0609020204030204" pitchFamily="49" charset="0"/>
                <a:ea typeface="SimSun" panose="02010600030101010101" pitchFamily="2" charset="-122"/>
              </a:rPr>
              <a:t>=NA, </a:t>
            </a:r>
            <a:r>
              <a:rPr lang="es-ES" sz="3000" dirty="0" smtClean="0">
                <a:latin typeface="Consolas" panose="020B0609020204030204" pitchFamily="49" charset="0"/>
                <a:ea typeface="SimSun" panose="02010600030101010101" pitchFamily="2" charset="-122"/>
              </a:rPr>
              <a:t>		</a:t>
            </a:r>
            <a:r>
              <a:rPr lang="es-ES" sz="3000" dirty="0" err="1" smtClean="0">
                <a:latin typeface="Consolas" panose="020B0609020204030204" pitchFamily="49" charset="0"/>
                <a:ea typeface="SimSun" panose="02010600030101010101" pitchFamily="2" charset="-122"/>
              </a:rPr>
              <a:t>today</a:t>
            </a:r>
            <a:r>
              <a:rPr lang="es-ES" sz="3000" dirty="0">
                <a:latin typeface="Consolas" panose="020B0609020204030204" pitchFamily="49" charset="0"/>
                <a:ea typeface="SimSun" panose="02010600030101010101" pitchFamily="2" charset="-122"/>
              </a:rPr>
              <a:t>= 0, </a:t>
            </a:r>
            <a:r>
              <a:rPr lang="es-ES" sz="3000" dirty="0" err="1" smtClean="0">
                <a:latin typeface="Consolas" panose="020B0609020204030204" pitchFamily="49" charset="0"/>
                <a:ea typeface="SimSun" panose="02010600030101010101" pitchFamily="2" charset="-122"/>
              </a:rPr>
              <a:t>completed</a:t>
            </a:r>
            <a:r>
              <a:rPr lang="es-ES" sz="3000" dirty="0">
                <a:latin typeface="Consolas" panose="020B0609020204030204" pitchFamily="49" charset="0"/>
                <a:ea typeface="SimSun" panose="02010600030101010101" pitchFamily="2" charset="-122"/>
              </a:rPr>
              <a:t>="</a:t>
            </a:r>
            <a:r>
              <a:rPr lang="es-ES" sz="3000" dirty="0">
                <a:latin typeface="Consolas" panose="020B0609020204030204" pitchFamily="49" charset="0"/>
                <a:ea typeface="SimSun" panose="02010600030101010101" pitchFamily="2" charset="-122"/>
              </a:rPr>
              <a:t>done", </a:t>
            </a:r>
            <a:r>
              <a:rPr lang="es-ES" sz="3000" dirty="0" smtClean="0">
                <a:latin typeface="Consolas" panose="020B0609020204030204" pitchFamily="49" charset="0"/>
                <a:ea typeface="SimSun" panose="02010600030101010101" pitchFamily="2" charset="-122"/>
              </a:rPr>
              <a:t>…)</a:t>
            </a:r>
            <a:endParaRPr lang="es-ES" sz="3000" dirty="0" smtClean="0">
              <a:latin typeface="Bahnschrift SemiLight SemiConde" panose="020B0502040204020203" pitchFamily="34" charset="0"/>
            </a:endParaRPr>
          </a:p>
          <a:p>
            <a:pPr marL="514350" indent="-514350" algn="just">
              <a:buFont typeface="+mj-lt"/>
              <a:buAutoNum type="arabicPeriod" startAt="6"/>
            </a:pPr>
            <a:r>
              <a:rPr lang="es-ES" sz="3500" dirty="0" smtClean="0">
                <a:latin typeface="Bahnschrift SemiLight SemiConde" panose="020B0502040204020203" pitchFamily="34" charset="0"/>
              </a:rPr>
              <a:t>Ejecutar el script antes de salir al </a:t>
            </a:r>
            <a:r>
              <a:rPr lang="es-ES" sz="3500" dirty="0" smtClean="0">
                <a:latin typeface="Bahnschrift SemiLight SemiConde" panose="020B0502040204020203" pitchFamily="34" charset="0"/>
              </a:rPr>
              <a:t>campo</a:t>
            </a:r>
          </a:p>
          <a:p>
            <a:pPr algn="l"/>
            <a:r>
              <a:rPr lang="es-ES" sz="3000" dirty="0" smtClean="0">
                <a:latin typeface="Consolas" panose="020B0609020204030204" pitchFamily="49" charset="0"/>
                <a:ea typeface="SimSun" panose="02010600030101010101" pitchFamily="2" charset="-122"/>
              </a:rPr>
              <a:t>&gt; </a:t>
            </a:r>
            <a:r>
              <a:rPr lang="es-ES" sz="3000" dirty="0" err="1" smtClean="0">
                <a:latin typeface="Consolas" panose="020B0609020204030204" pitchFamily="49" charset="0"/>
                <a:ea typeface="SimSun" panose="02010600030101010101" pitchFamily="2" charset="-122"/>
              </a:rPr>
              <a:t>run.Bot</a:t>
            </a:r>
            <a:r>
              <a:rPr lang="es-ES" sz="3000" dirty="0" smtClean="0">
                <a:latin typeface="Consolas" panose="020B0609020204030204" pitchFamily="49" charset="0"/>
                <a:ea typeface="SimSun" panose="02010600030101010101" pitchFamily="2" charset="-122"/>
              </a:rPr>
              <a:t>(</a:t>
            </a:r>
            <a:r>
              <a:rPr lang="es-ES" sz="3000" dirty="0" err="1" smtClean="0">
                <a:latin typeface="Consolas" panose="020B0609020204030204" pitchFamily="49" charset="0"/>
                <a:ea typeface="SimSun" panose="02010600030101010101" pitchFamily="2" charset="-122"/>
              </a:rPr>
              <a:t>Bot</a:t>
            </a:r>
            <a:r>
              <a:rPr lang="es-ES" sz="3000" dirty="0" smtClean="0">
                <a:latin typeface="Consolas" panose="020B0609020204030204" pitchFamily="49" charset="0"/>
                <a:ea typeface="SimSun" panose="02010600030101010101" pitchFamily="2" charset="-122"/>
              </a:rPr>
              <a:t>)</a:t>
            </a:r>
          </a:p>
          <a:p>
            <a:pPr marL="514350" indent="-514350" algn="just">
              <a:buFont typeface="+mj-lt"/>
              <a:buAutoNum type="arabicPeriod" startAt="7"/>
            </a:pPr>
            <a:r>
              <a:rPr lang="es-ES" sz="3500" dirty="0">
                <a:latin typeface="Bahnschrift SemiLight SemiConde" panose="020B0502040204020203" pitchFamily="34" charset="0"/>
              </a:rPr>
              <a:t>Edita la base de datos en formato calendario </a:t>
            </a:r>
          </a:p>
          <a:p>
            <a:pPr algn="l"/>
            <a:r>
              <a:rPr lang="es-ES" sz="3000" dirty="0">
                <a:latin typeface="Consolas" panose="020B0609020204030204" pitchFamily="49" charset="0"/>
                <a:ea typeface="SimSun" panose="02010600030101010101" pitchFamily="2" charset="-122"/>
              </a:rPr>
              <a:t>&gt; </a:t>
            </a:r>
            <a:r>
              <a:rPr lang="es-ES" sz="3000" dirty="0" err="1">
                <a:latin typeface="Consolas" panose="020B0609020204030204" pitchFamily="49" charset="0"/>
                <a:ea typeface="SimSun" panose="02010600030101010101" pitchFamily="2" charset="-122"/>
              </a:rPr>
              <a:t>Bot</a:t>
            </a:r>
            <a:r>
              <a:rPr lang="es-ES" sz="3000" dirty="0">
                <a:latin typeface="Consolas" panose="020B0609020204030204" pitchFamily="49" charset="0"/>
                <a:ea typeface="SimSun" panose="02010600030101010101" pitchFamily="2" charset="-122"/>
              </a:rPr>
              <a:t> &lt;- </a:t>
            </a:r>
            <a:r>
              <a:rPr lang="es-ES" sz="3000" dirty="0" err="1" smtClean="0">
                <a:latin typeface="Consolas" panose="020B0609020204030204" pitchFamily="49" charset="0"/>
                <a:ea typeface="SimSun" panose="02010600030101010101" pitchFamily="2" charset="-122"/>
              </a:rPr>
              <a:t>database.to.calendar</a:t>
            </a:r>
            <a:r>
              <a:rPr lang="es-ES" sz="3000" dirty="0" smtClean="0">
                <a:latin typeface="Consolas" panose="020B0609020204030204" pitchFamily="49" charset="0"/>
                <a:ea typeface="SimSun" panose="02010600030101010101" pitchFamily="2" charset="-122"/>
              </a:rPr>
              <a:t>(</a:t>
            </a:r>
            <a:r>
              <a:rPr lang="es-ES" sz="3000" dirty="0" err="1" smtClean="0">
                <a:latin typeface="Consolas" panose="020B0609020204030204" pitchFamily="49" charset="0"/>
                <a:ea typeface="SimSun" panose="02010600030101010101" pitchFamily="2" charset="-122"/>
              </a:rPr>
              <a:t>Bot</a:t>
            </a:r>
            <a:r>
              <a:rPr lang="es-ES" sz="3000" dirty="0" smtClean="0">
                <a:latin typeface="Consolas" panose="020B0609020204030204" pitchFamily="49" charset="0"/>
                <a:ea typeface="SimSun" panose="02010600030101010101" pitchFamily="2" charset="-122"/>
              </a:rPr>
              <a:t>, db.name </a:t>
            </a:r>
            <a:r>
              <a:rPr lang="es-ES" sz="3000" dirty="0">
                <a:latin typeface="Consolas" panose="020B0609020204030204" pitchFamily="49" charset="0"/>
                <a:ea typeface="SimSun" panose="02010600030101010101" pitchFamily="2" charset="-122"/>
              </a:rPr>
              <a:t>= </a:t>
            </a:r>
            <a:r>
              <a:rPr lang="es-ES" sz="3000" dirty="0" smtClean="0">
                <a:latin typeface="Consolas" panose="020B0609020204030204" pitchFamily="49" charset="0"/>
                <a:ea typeface="SimSun" panose="02010600030101010101" pitchFamily="2" charset="-122"/>
              </a:rPr>
              <a:t>	"</a:t>
            </a:r>
            <a:r>
              <a:rPr lang="es-ES" sz="3000" dirty="0" err="1">
                <a:latin typeface="Consolas" panose="020B0609020204030204" pitchFamily="49" charset="0"/>
                <a:ea typeface="SimSun" panose="02010600030101010101" pitchFamily="2" charset="-122"/>
              </a:rPr>
              <a:t>database</a:t>
            </a:r>
            <a:r>
              <a:rPr lang="es-ES" sz="3000" dirty="0" smtClean="0">
                <a:latin typeface="Consolas" panose="020B0609020204030204" pitchFamily="49" charset="0"/>
                <a:ea typeface="SimSun" panose="02010600030101010101" pitchFamily="2" charset="-122"/>
              </a:rPr>
              <a:t>")</a:t>
            </a:r>
          </a:p>
          <a:p>
            <a:pPr algn="l"/>
            <a:r>
              <a:rPr lang="es-ES" sz="3000" dirty="0" smtClean="0">
                <a:latin typeface="Consolas" panose="020B0609020204030204" pitchFamily="49" charset="0"/>
                <a:ea typeface="SimSun" panose="02010600030101010101" pitchFamily="2" charset="-122"/>
              </a:rPr>
              <a:t>&gt; </a:t>
            </a:r>
            <a:r>
              <a:rPr lang="es-ES" sz="3000" dirty="0" err="1" smtClean="0">
                <a:latin typeface="Consolas" panose="020B0609020204030204" pitchFamily="49" charset="0"/>
                <a:ea typeface="SimSun" panose="02010600030101010101" pitchFamily="2" charset="-122"/>
              </a:rPr>
              <a:t>Bot</a:t>
            </a:r>
            <a:r>
              <a:rPr lang="es-ES" sz="3000" dirty="0" smtClean="0">
                <a:latin typeface="Consolas" panose="020B0609020204030204" pitchFamily="49" charset="0"/>
                <a:ea typeface="SimSun" panose="02010600030101010101" pitchFamily="2" charset="-122"/>
              </a:rPr>
              <a:t> </a:t>
            </a:r>
            <a:r>
              <a:rPr lang="es-ES" sz="3000" dirty="0">
                <a:latin typeface="Consolas" panose="020B0609020204030204" pitchFamily="49" charset="0"/>
                <a:ea typeface="SimSun" panose="02010600030101010101" pitchFamily="2" charset="-122"/>
              </a:rPr>
              <a:t>&lt;- </a:t>
            </a:r>
            <a:r>
              <a:rPr lang="es-ES" sz="3000" dirty="0" err="1" smtClean="0">
                <a:latin typeface="Consolas" panose="020B0609020204030204" pitchFamily="49" charset="0"/>
                <a:ea typeface="SimSun" panose="02010600030101010101" pitchFamily="2" charset="-122"/>
              </a:rPr>
              <a:t>calendar.to.database</a:t>
            </a:r>
            <a:r>
              <a:rPr lang="es-ES" sz="3000" dirty="0" smtClean="0">
                <a:latin typeface="Consolas" panose="020B0609020204030204" pitchFamily="49" charset="0"/>
                <a:ea typeface="SimSun" panose="02010600030101010101" pitchFamily="2" charset="-122"/>
              </a:rPr>
              <a:t>(</a:t>
            </a:r>
            <a:r>
              <a:rPr lang="es-ES" sz="3000" dirty="0" err="1" smtClean="0">
                <a:latin typeface="Consolas" panose="020B0609020204030204" pitchFamily="49" charset="0"/>
                <a:ea typeface="SimSun" panose="02010600030101010101" pitchFamily="2" charset="-122"/>
              </a:rPr>
              <a:t>Bot</a:t>
            </a:r>
            <a:r>
              <a:rPr lang="es-ES" sz="3000" dirty="0" smtClean="0">
                <a:latin typeface="Consolas" panose="020B0609020204030204" pitchFamily="49" charset="0"/>
                <a:ea typeface="SimSun" panose="02010600030101010101" pitchFamily="2" charset="-122"/>
              </a:rPr>
              <a:t>, </a:t>
            </a:r>
            <a:r>
              <a:rPr lang="es-ES" sz="3000" dirty="0">
                <a:latin typeface="Consolas" panose="020B0609020204030204" pitchFamily="49" charset="0"/>
                <a:ea typeface="SimSun" panose="02010600030101010101" pitchFamily="2" charset="-122"/>
              </a:rPr>
              <a:t>db.name = </a:t>
            </a:r>
            <a:r>
              <a:rPr lang="es-ES" sz="3000" dirty="0" smtClean="0">
                <a:latin typeface="Consolas" panose="020B0609020204030204" pitchFamily="49" charset="0"/>
                <a:ea typeface="SimSun" panose="02010600030101010101" pitchFamily="2" charset="-122"/>
              </a:rPr>
              <a:t>	"</a:t>
            </a:r>
            <a:r>
              <a:rPr lang="es-ES" sz="3000" dirty="0" err="1">
                <a:latin typeface="Consolas" panose="020B0609020204030204" pitchFamily="49" charset="0"/>
                <a:ea typeface="SimSun" panose="02010600030101010101" pitchFamily="2" charset="-122"/>
              </a:rPr>
              <a:t>database</a:t>
            </a:r>
            <a:r>
              <a:rPr lang="es-ES" sz="3000" dirty="0" smtClean="0">
                <a:latin typeface="Consolas" panose="020B0609020204030204" pitchFamily="49" charset="0"/>
                <a:ea typeface="SimSun" panose="02010600030101010101" pitchFamily="2" charset="-122"/>
              </a:rPr>
              <a:t>")</a:t>
            </a:r>
            <a:endParaRPr lang="es-ES" sz="4800" b="1" dirty="0" smtClean="0">
              <a:latin typeface="Bahnschrift SemiLight SemiConde" panose="020B0502040204020203" pitchFamily="34" charset="0"/>
            </a:endParaRPr>
          </a:p>
          <a:p>
            <a:pPr algn="l"/>
            <a:r>
              <a:rPr lang="es-ES" sz="4800" b="1" dirty="0" smtClean="0">
                <a:latin typeface="Bahnschrift SemiLight SemiConde" panose="020B0502040204020203" pitchFamily="34" charset="0"/>
              </a:rPr>
              <a:t>Usando BirdBot en el campo</a:t>
            </a:r>
            <a:endParaRPr lang="es-ES" sz="4800" b="1" dirty="0">
              <a:latin typeface="Bahnschrift SemiLight SemiConde" panose="020B0502040204020203" pitchFamily="34" charset="0"/>
            </a:endParaRPr>
          </a:p>
          <a:p>
            <a:pPr algn="just"/>
            <a:r>
              <a:rPr lang="es-ES" sz="3500" dirty="0">
                <a:latin typeface="Bahnschrift SemiLight SemiConde" panose="020B0502040204020203" pitchFamily="34" charset="0"/>
              </a:rPr>
              <a:t>Los comandos son personalizables. Se podría usar por ejemplo: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3500" b="1" dirty="0">
                <a:latin typeface="Bahnschrift SemiLight SemiConde" panose="020B0502040204020203" pitchFamily="34" charset="0"/>
              </a:rPr>
              <a:t>/</a:t>
            </a:r>
            <a:r>
              <a:rPr lang="es-ES" sz="3500" b="1" dirty="0" err="1">
                <a:latin typeface="Bahnschrift SemiLight SemiConde" panose="020B0502040204020203" pitchFamily="34" charset="0"/>
              </a:rPr>
              <a:t>nest</a:t>
            </a:r>
            <a:r>
              <a:rPr lang="es-ES" sz="3500" b="1" dirty="0">
                <a:latin typeface="Bahnschrift SemiLight SemiConde" panose="020B0502040204020203" pitchFamily="34" charset="0"/>
              </a:rPr>
              <a:t> </a:t>
            </a:r>
            <a:r>
              <a:rPr lang="es-ES" sz="3500" dirty="0">
                <a:latin typeface="Bahnschrift SemiLight SemiConde" panose="020B0502040204020203" pitchFamily="34" charset="0"/>
              </a:rPr>
              <a:t>para registrar información de una caja-nido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3500" b="1" dirty="0">
                <a:latin typeface="Bahnschrift SemiLight SemiConde" panose="020B0502040204020203" pitchFamily="34" charset="0"/>
              </a:rPr>
              <a:t>/</a:t>
            </a:r>
            <a:r>
              <a:rPr lang="es-ES" sz="3500" b="1" dirty="0" err="1">
                <a:latin typeface="Bahnschrift SemiLight SemiConde" panose="020B0502040204020203" pitchFamily="34" charset="0"/>
              </a:rPr>
              <a:t>taskstoday</a:t>
            </a:r>
            <a:r>
              <a:rPr lang="es-ES" sz="3500" b="1" dirty="0">
                <a:latin typeface="Bahnschrift SemiLight SemiConde" panose="020B0502040204020203" pitchFamily="34" charset="0"/>
              </a:rPr>
              <a:t> </a:t>
            </a:r>
            <a:r>
              <a:rPr lang="es-ES" sz="3500" dirty="0">
                <a:latin typeface="Bahnschrift SemiLight SemiConde" panose="020B0502040204020203" pitchFamily="34" charset="0"/>
              </a:rPr>
              <a:t>para mostrar las tareas pendientes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3500" b="1" dirty="0">
                <a:latin typeface="Bahnschrift SemiLight SemiConde" panose="020B0502040204020203" pitchFamily="34" charset="0"/>
              </a:rPr>
              <a:t>/</a:t>
            </a:r>
            <a:r>
              <a:rPr lang="es-ES" sz="3500" b="1" dirty="0" err="1">
                <a:latin typeface="Bahnschrift SemiLight SemiConde" panose="020B0502040204020203" pitchFamily="34" charset="0"/>
              </a:rPr>
              <a:t>peoplemap</a:t>
            </a:r>
            <a:r>
              <a:rPr lang="es-ES" sz="3500" b="1" dirty="0">
                <a:latin typeface="Bahnschrift SemiLight SemiConde" panose="020B0502040204020203" pitchFamily="34" charset="0"/>
              </a:rPr>
              <a:t> </a:t>
            </a:r>
            <a:r>
              <a:rPr lang="es-ES" sz="3500" dirty="0">
                <a:latin typeface="Bahnschrift SemiLight SemiConde" panose="020B0502040204020203" pitchFamily="34" charset="0"/>
              </a:rPr>
              <a:t>para mostrar las cajas-nido revisadas por cada usuario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3500" b="1" dirty="0">
                <a:latin typeface="Bahnschrift SemiLight SemiConde" panose="020B0502040204020203" pitchFamily="34" charset="0"/>
              </a:rPr>
              <a:t>/</a:t>
            </a:r>
            <a:r>
              <a:rPr lang="es-ES" sz="3500" b="1" dirty="0" err="1">
                <a:latin typeface="Bahnschrift SemiLight SemiConde" panose="020B0502040204020203" pitchFamily="34" charset="0"/>
              </a:rPr>
              <a:t>view</a:t>
            </a:r>
            <a:r>
              <a:rPr lang="es-ES" sz="3500" b="1" dirty="0">
                <a:latin typeface="Bahnschrift SemiLight SemiConde" panose="020B0502040204020203" pitchFamily="34" charset="0"/>
              </a:rPr>
              <a:t> </a:t>
            </a:r>
            <a:r>
              <a:rPr lang="es-ES" sz="3500" dirty="0">
                <a:latin typeface="Bahnschrift SemiLight SemiConde" panose="020B0502040204020203" pitchFamily="34" charset="0"/>
              </a:rPr>
              <a:t>para ver los datos de los últimos días de una caja-nido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3500" dirty="0">
                <a:latin typeface="Bahnschrift SemiLight SemiConde" panose="020B0502040204020203" pitchFamily="34" charset="0"/>
              </a:rPr>
              <a:t>Guardar </a:t>
            </a:r>
            <a:r>
              <a:rPr lang="es-ES" sz="3500" dirty="0" smtClean="0">
                <a:latin typeface="Bahnschrift SemiLight SemiConde" panose="020B0502040204020203" pitchFamily="34" charset="0"/>
              </a:rPr>
              <a:t>fotografías</a:t>
            </a:r>
            <a:endParaRPr lang="es-ES" sz="3500" dirty="0">
              <a:latin typeface="Bahnschrift SemiLight SemiConde" panose="020B0502040204020203" pitchFamily="34" charset="0"/>
            </a:endParaRPr>
          </a:p>
          <a:p>
            <a:pPr algn="l"/>
            <a:endParaRPr lang="es-ES" sz="3000" dirty="0" smtClean="0">
              <a:latin typeface="Consolas" panose="020B0609020204030204" pitchFamily="49" charset="0"/>
              <a:ea typeface="SimSun" panose="02010600030101010101" pitchFamily="2" charset="-122"/>
            </a:endParaRPr>
          </a:p>
          <a:p>
            <a:pPr algn="l"/>
            <a:endParaRPr lang="es-ES" sz="3000" dirty="0">
              <a:latin typeface="Consolas" panose="020B0609020204030204" pitchFamily="49" charset="0"/>
              <a:ea typeface="SimSun" panose="02010600030101010101" pitchFamily="2" charset="-122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3577493" y="5116914"/>
            <a:ext cx="1299882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500" dirty="0" smtClean="0">
                <a:latin typeface="Bahnschrift SemiLight SemiConde" panose="020B0502040204020203" pitchFamily="34" charset="0"/>
              </a:rPr>
              <a:t>Sonia Wandosell</a:t>
            </a:r>
            <a:r>
              <a:rPr lang="es-ES" sz="3500" baseline="30000" dirty="0" smtClean="0">
                <a:latin typeface="Bahnschrift SemiLight SemiConde" panose="020B0502040204020203" pitchFamily="34" charset="0"/>
              </a:rPr>
              <a:t>1</a:t>
            </a:r>
            <a:r>
              <a:rPr lang="es-ES" sz="3500" dirty="0" smtClean="0">
                <a:latin typeface="Bahnschrift SemiLight SemiConde" panose="020B0502040204020203" pitchFamily="34" charset="0"/>
              </a:rPr>
              <a:t>, Roger Fusté</a:t>
            </a:r>
            <a:r>
              <a:rPr lang="es-ES" sz="3500" baseline="30000" dirty="0">
                <a:latin typeface="Bahnschrift SemiLight SemiConde" panose="020B0502040204020203" pitchFamily="34" charset="0"/>
              </a:rPr>
              <a:t>1</a:t>
            </a:r>
            <a:r>
              <a:rPr lang="es-ES" sz="3500" dirty="0" smtClean="0">
                <a:latin typeface="Bahnschrift SemiLight SemiConde" panose="020B0502040204020203" pitchFamily="34" charset="0"/>
              </a:rPr>
              <a:t>, </a:t>
            </a:r>
            <a:r>
              <a:rPr lang="es-ES" sz="3500" dirty="0" err="1" smtClean="0">
                <a:latin typeface="Bahnschrift SemiLight SemiConde" panose="020B0502040204020203" pitchFamily="34" charset="0"/>
              </a:rPr>
              <a:t>Alaïs</a:t>
            </a:r>
            <a:r>
              <a:rPr lang="es-ES" sz="3500" dirty="0" smtClean="0">
                <a:latin typeface="Bahnschrift SemiLight SemiConde" panose="020B0502040204020203" pitchFamily="34" charset="0"/>
              </a:rPr>
              <a:t> Lienard</a:t>
            </a:r>
            <a:r>
              <a:rPr lang="es-ES" sz="3500" baseline="30000" dirty="0">
                <a:latin typeface="Bahnschrift SemiLight SemiConde" panose="020B0502040204020203" pitchFamily="34" charset="0"/>
              </a:rPr>
              <a:t>2</a:t>
            </a:r>
            <a:r>
              <a:rPr lang="es-ES" sz="3500" dirty="0" smtClean="0">
                <a:latin typeface="Bahnschrift SemiLight SemiConde" panose="020B0502040204020203" pitchFamily="34" charset="0"/>
              </a:rPr>
              <a:t>, Lorenzo Pérez</a:t>
            </a:r>
            <a:r>
              <a:rPr lang="es-ES" sz="3500" baseline="30000" dirty="0">
                <a:latin typeface="Bahnschrift SemiLight SemiConde" panose="020B0502040204020203" pitchFamily="34" charset="0"/>
              </a:rPr>
              <a:t>3</a:t>
            </a:r>
            <a:r>
              <a:rPr lang="es-ES" sz="3500" dirty="0" smtClean="0">
                <a:latin typeface="Bahnschrift SemiLight SemiConde" panose="020B0502040204020203" pitchFamily="34" charset="0"/>
              </a:rPr>
              <a:t>, Diego Gil</a:t>
            </a:r>
            <a:r>
              <a:rPr lang="es-ES" sz="3500" baseline="30000" dirty="0" smtClean="0">
                <a:latin typeface="Bahnschrift SemiLight SemiConde" panose="020B0502040204020203" pitchFamily="34" charset="0"/>
              </a:rPr>
              <a:t>1</a:t>
            </a:r>
            <a:r>
              <a:rPr lang="es-ES" sz="3500" dirty="0">
                <a:latin typeface="Bahnschrift SemiLight SemiConde" panose="020B0502040204020203" pitchFamily="34" charset="0"/>
              </a:rPr>
              <a:t>.</a:t>
            </a:r>
          </a:p>
        </p:txBody>
      </p:sp>
      <p:sp>
        <p:nvSpPr>
          <p:cNvPr id="15" name="Subtítulo 2"/>
          <p:cNvSpPr txBox="1">
            <a:spLocks/>
          </p:cNvSpPr>
          <p:nvPr/>
        </p:nvSpPr>
        <p:spPr>
          <a:xfrm>
            <a:off x="1247077" y="6097363"/>
            <a:ext cx="25575323" cy="4322864"/>
          </a:xfrm>
          <a:prstGeom prst="roundRect">
            <a:avLst/>
          </a:prstGeom>
          <a:solidFill>
            <a:schemeClr val="bg1"/>
          </a:solidFill>
        </p:spPr>
        <p:txBody>
          <a:bodyPr vert="horz" lIns="720000" tIns="360000" rIns="720000" bIns="360000" rtlCol="0">
            <a:normAutofit/>
          </a:bodyPr>
          <a:lstStyle>
            <a:lvl1pPr marL="0" indent="0" algn="ctr" defTabSz="3599993" rtl="0" eaLnBrk="1" latinLnBrk="0" hangingPunct="1">
              <a:lnSpc>
                <a:spcPct val="90000"/>
              </a:lnSpc>
              <a:spcBef>
                <a:spcPts val="3937"/>
              </a:spcBef>
              <a:buFont typeface="Arial" panose="020B0604020202020204" pitchFamily="34" charset="0"/>
              <a:buNone/>
              <a:defRPr sz="94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996" indent="0" algn="ctr" defTabSz="3599993" rtl="0" eaLnBrk="1" latinLnBrk="0" hangingPunct="1">
              <a:lnSpc>
                <a:spcPct val="90000"/>
              </a:lnSpc>
              <a:spcBef>
                <a:spcPts val="1968"/>
              </a:spcBef>
              <a:buFont typeface="Arial" panose="020B0604020202020204" pitchFamily="34" charset="0"/>
              <a:buNone/>
              <a:defRPr sz="78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99993" indent="0" algn="ctr" defTabSz="3599993" rtl="0" eaLnBrk="1" latinLnBrk="0" hangingPunct="1">
              <a:lnSpc>
                <a:spcPct val="90000"/>
              </a:lnSpc>
              <a:spcBef>
                <a:spcPts val="1968"/>
              </a:spcBef>
              <a:buFont typeface="Arial" panose="020B0604020202020204" pitchFamily="34" charset="0"/>
              <a:buNone/>
              <a:defRPr sz="70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9989" indent="0" algn="ctr" defTabSz="3599993" rtl="0" eaLnBrk="1" latinLnBrk="0" hangingPunct="1">
              <a:lnSpc>
                <a:spcPct val="90000"/>
              </a:lnSpc>
              <a:spcBef>
                <a:spcPts val="1968"/>
              </a:spcBef>
              <a:buFont typeface="Arial" panose="020B0604020202020204" pitchFamily="34" charset="0"/>
              <a:buNone/>
              <a:defRPr sz="62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9986" indent="0" algn="ctr" defTabSz="3599993" rtl="0" eaLnBrk="1" latinLnBrk="0" hangingPunct="1">
              <a:lnSpc>
                <a:spcPct val="90000"/>
              </a:lnSpc>
              <a:spcBef>
                <a:spcPts val="1968"/>
              </a:spcBef>
              <a:buFont typeface="Arial" panose="020B0604020202020204" pitchFamily="34" charset="0"/>
              <a:buNone/>
              <a:defRPr sz="62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999982" indent="0" algn="ctr" defTabSz="3599993" rtl="0" eaLnBrk="1" latinLnBrk="0" hangingPunct="1">
              <a:lnSpc>
                <a:spcPct val="90000"/>
              </a:lnSpc>
              <a:spcBef>
                <a:spcPts val="1968"/>
              </a:spcBef>
              <a:buFont typeface="Arial" panose="020B0604020202020204" pitchFamily="34" charset="0"/>
              <a:buNone/>
              <a:defRPr sz="62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799978" indent="0" algn="ctr" defTabSz="3599993" rtl="0" eaLnBrk="1" latinLnBrk="0" hangingPunct="1">
              <a:lnSpc>
                <a:spcPct val="90000"/>
              </a:lnSpc>
              <a:spcBef>
                <a:spcPts val="1968"/>
              </a:spcBef>
              <a:buFont typeface="Arial" panose="020B0604020202020204" pitchFamily="34" charset="0"/>
              <a:buNone/>
              <a:defRPr sz="62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599975" indent="0" algn="ctr" defTabSz="3599993" rtl="0" eaLnBrk="1" latinLnBrk="0" hangingPunct="1">
              <a:lnSpc>
                <a:spcPct val="90000"/>
              </a:lnSpc>
              <a:spcBef>
                <a:spcPts val="1968"/>
              </a:spcBef>
              <a:buFont typeface="Arial" panose="020B0604020202020204" pitchFamily="34" charset="0"/>
              <a:buNone/>
              <a:defRPr sz="62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399971" indent="0" algn="ctr" defTabSz="3599993" rtl="0" eaLnBrk="1" latinLnBrk="0" hangingPunct="1">
              <a:lnSpc>
                <a:spcPct val="90000"/>
              </a:lnSpc>
              <a:spcBef>
                <a:spcPts val="1968"/>
              </a:spcBef>
              <a:buFont typeface="Arial" panose="020B0604020202020204" pitchFamily="34" charset="0"/>
              <a:buNone/>
              <a:defRPr sz="62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s-ES" sz="4500" b="1" dirty="0" smtClean="0"/>
              <a:t>¿Qué </a:t>
            </a:r>
            <a:r>
              <a:rPr lang="es-ES" sz="4500" b="1" dirty="0"/>
              <a:t>es </a:t>
            </a:r>
            <a:r>
              <a:rPr lang="es-ES" sz="4500" b="1" dirty="0" smtClean="0"/>
              <a:t>BirdBot? </a:t>
            </a:r>
          </a:p>
          <a:p>
            <a:pPr algn="just"/>
            <a:r>
              <a:rPr lang="es-ES" sz="4500" dirty="0" smtClean="0"/>
              <a:t>Es </a:t>
            </a:r>
            <a:r>
              <a:rPr lang="es-ES" sz="4500" dirty="0"/>
              <a:t>un paquete de R que </a:t>
            </a:r>
            <a:r>
              <a:rPr lang="es-ES" sz="4500" dirty="0" smtClean="0"/>
              <a:t>permite almacenar registros </a:t>
            </a:r>
            <a:r>
              <a:rPr lang="es-ES" sz="4500" dirty="0"/>
              <a:t>de cajas nido (o nidos naturales geo-localizados) e</a:t>
            </a:r>
            <a:r>
              <a:rPr lang="es-ES" sz="4500" dirty="0" smtClean="0"/>
              <a:t>n </a:t>
            </a:r>
            <a:r>
              <a:rPr lang="es-ES" sz="4500" dirty="0"/>
              <a:t>una base de </a:t>
            </a:r>
            <a:r>
              <a:rPr lang="es-ES" sz="4500" dirty="0" smtClean="0"/>
              <a:t>datos. Se ejecuta de forma remota basándose en comunicación con comandos sencillos en </a:t>
            </a:r>
            <a:r>
              <a:rPr lang="es-ES" sz="4500" dirty="0"/>
              <a:t>un chat </a:t>
            </a:r>
            <a:r>
              <a:rPr lang="es-ES" sz="4500" dirty="0" smtClean="0"/>
              <a:t>de Telegram</a:t>
            </a:r>
            <a:r>
              <a:rPr lang="es-ES" sz="4500" dirty="0" smtClean="0"/>
              <a:t>.</a:t>
            </a:r>
            <a:endParaRPr lang="es-ES" sz="4500" dirty="0" smtClean="0"/>
          </a:p>
        </p:txBody>
      </p:sp>
      <p:graphicFrame>
        <p:nvGraphicFramePr>
          <p:cNvPr id="22" name="Tabla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7881836"/>
              </p:ext>
            </p:extLst>
          </p:nvPr>
        </p:nvGraphicFramePr>
        <p:xfrm>
          <a:off x="8331860" y="34198298"/>
          <a:ext cx="7221832" cy="39381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07277">
                  <a:extLst>
                    <a:ext uri="{9D8B030D-6E8A-4147-A177-3AD203B41FA5}">
                      <a16:colId xmlns:a16="http://schemas.microsoft.com/office/drawing/2014/main" val="3651801486"/>
                    </a:ext>
                  </a:extLst>
                </a:gridCol>
                <a:gridCol w="1884767">
                  <a:extLst>
                    <a:ext uri="{9D8B030D-6E8A-4147-A177-3AD203B41FA5}">
                      <a16:colId xmlns:a16="http://schemas.microsoft.com/office/drawing/2014/main" val="1091305442"/>
                    </a:ext>
                  </a:extLst>
                </a:gridCol>
                <a:gridCol w="2929788">
                  <a:extLst>
                    <a:ext uri="{9D8B030D-6E8A-4147-A177-3AD203B41FA5}">
                      <a16:colId xmlns:a16="http://schemas.microsoft.com/office/drawing/2014/main" val="1584496671"/>
                    </a:ext>
                  </a:extLst>
                </a:gridCol>
              </a:tblGrid>
              <a:tr h="777841">
                <a:tc>
                  <a:txBody>
                    <a:bodyPr/>
                    <a:lstStyle/>
                    <a:p>
                      <a:pPr algn="ctr"/>
                      <a:r>
                        <a:rPr lang="es-ES" sz="5000" b="1" dirty="0" smtClean="0"/>
                        <a:t>Fecha</a:t>
                      </a:r>
                      <a:endParaRPr lang="es-ES" sz="5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5000" b="1" dirty="0" smtClean="0"/>
                        <a:t>Nido</a:t>
                      </a:r>
                      <a:endParaRPr lang="es-ES" sz="5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5000" b="1" dirty="0" smtClean="0"/>
                        <a:t>Tarea…</a:t>
                      </a:r>
                      <a:endParaRPr lang="es-ES" sz="5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8964653"/>
                  </a:ext>
                </a:extLst>
              </a:tr>
              <a:tr h="777841">
                <a:tc>
                  <a:txBody>
                    <a:bodyPr/>
                    <a:lstStyle/>
                    <a:p>
                      <a:pPr algn="ctr"/>
                      <a:r>
                        <a:rPr lang="es-ES" sz="5000" dirty="0" smtClean="0"/>
                        <a:t>1/11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5000" dirty="0" smtClean="0"/>
                        <a:t>A</a:t>
                      </a:r>
                      <a:endParaRPr lang="es-ES" sz="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5000" dirty="0" smtClean="0"/>
                        <a:t>Revisar</a:t>
                      </a:r>
                      <a:endParaRPr lang="es-ES" sz="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984144"/>
                  </a:ext>
                </a:extLst>
              </a:tr>
              <a:tr h="777841">
                <a:tc>
                  <a:txBody>
                    <a:bodyPr/>
                    <a:lstStyle/>
                    <a:p>
                      <a:pPr algn="ctr"/>
                      <a:r>
                        <a:rPr lang="es-ES" sz="5000" dirty="0" smtClean="0"/>
                        <a:t>2/11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5000" dirty="0" smtClean="0"/>
                        <a:t>A</a:t>
                      </a:r>
                      <a:endParaRPr lang="es-ES" sz="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5000" dirty="0" smtClean="0"/>
                        <a:t>Anillar</a:t>
                      </a:r>
                      <a:endParaRPr lang="es-ES" sz="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435225"/>
                  </a:ext>
                </a:extLst>
              </a:tr>
              <a:tr h="777841">
                <a:tc>
                  <a:txBody>
                    <a:bodyPr/>
                    <a:lstStyle/>
                    <a:p>
                      <a:pPr algn="ctr"/>
                      <a:r>
                        <a:rPr lang="es-ES" sz="5000" dirty="0" smtClean="0"/>
                        <a:t>1/11</a:t>
                      </a:r>
                      <a:endParaRPr lang="es-ES" sz="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5000" dirty="0" smtClean="0"/>
                        <a:t>B</a:t>
                      </a:r>
                      <a:endParaRPr lang="es-ES" sz="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5000" dirty="0" smtClean="0"/>
                        <a:t>Medir</a:t>
                      </a:r>
                      <a:endParaRPr lang="es-ES" sz="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7033997"/>
                  </a:ext>
                </a:extLst>
              </a:tr>
              <a:tr h="524414">
                <a:tc>
                  <a:txBody>
                    <a:bodyPr/>
                    <a:lstStyle/>
                    <a:p>
                      <a:pPr algn="ctr"/>
                      <a:r>
                        <a:rPr lang="es-ES" sz="5000" dirty="0" smtClean="0"/>
                        <a:t>…</a:t>
                      </a:r>
                      <a:endParaRPr lang="es-ES" sz="5000" dirty="0"/>
                    </a:p>
                  </a:txBody>
                  <a:tcPr vert="vert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5000" dirty="0" smtClean="0"/>
                        <a:t>…</a:t>
                      </a:r>
                      <a:endParaRPr lang="es-ES" sz="5000" dirty="0"/>
                    </a:p>
                  </a:txBody>
                  <a:tcPr vert="vert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5000" dirty="0" smtClean="0"/>
                        <a:t>…</a:t>
                      </a:r>
                      <a:endParaRPr lang="es-ES" sz="5000" dirty="0"/>
                    </a:p>
                  </a:txBody>
                  <a:tcPr vert="vert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6212902"/>
                  </a:ext>
                </a:extLst>
              </a:tr>
            </a:tbl>
          </a:graphicData>
        </a:graphic>
      </p:graphicFrame>
      <p:sp>
        <p:nvSpPr>
          <p:cNvPr id="24" name="Subtítulo 2"/>
          <p:cNvSpPr txBox="1">
            <a:spLocks/>
          </p:cNvSpPr>
          <p:nvPr/>
        </p:nvSpPr>
        <p:spPr>
          <a:xfrm>
            <a:off x="24114878" y="26850899"/>
            <a:ext cx="9148535" cy="13163582"/>
          </a:xfrm>
          <a:prstGeom prst="roundRect">
            <a:avLst/>
          </a:prstGeom>
          <a:noFill/>
        </p:spPr>
        <p:txBody>
          <a:bodyPr vert="horz" lIns="720000" tIns="360000" rIns="720000" bIns="360000" rtlCol="0">
            <a:normAutofit fontScale="92500" lnSpcReduction="20000"/>
          </a:bodyPr>
          <a:lstStyle>
            <a:lvl1pPr marL="0" indent="0" algn="ctr" defTabSz="3599993" rtl="0" eaLnBrk="1" latinLnBrk="0" hangingPunct="1">
              <a:lnSpc>
                <a:spcPct val="90000"/>
              </a:lnSpc>
              <a:spcBef>
                <a:spcPts val="3937"/>
              </a:spcBef>
              <a:buFont typeface="Arial" panose="020B0604020202020204" pitchFamily="34" charset="0"/>
              <a:buNone/>
              <a:defRPr sz="94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996" indent="0" algn="ctr" defTabSz="3599993" rtl="0" eaLnBrk="1" latinLnBrk="0" hangingPunct="1">
              <a:lnSpc>
                <a:spcPct val="90000"/>
              </a:lnSpc>
              <a:spcBef>
                <a:spcPts val="1968"/>
              </a:spcBef>
              <a:buFont typeface="Arial" panose="020B0604020202020204" pitchFamily="34" charset="0"/>
              <a:buNone/>
              <a:defRPr sz="78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99993" indent="0" algn="ctr" defTabSz="3599993" rtl="0" eaLnBrk="1" latinLnBrk="0" hangingPunct="1">
              <a:lnSpc>
                <a:spcPct val="90000"/>
              </a:lnSpc>
              <a:spcBef>
                <a:spcPts val="1968"/>
              </a:spcBef>
              <a:buFont typeface="Arial" panose="020B0604020202020204" pitchFamily="34" charset="0"/>
              <a:buNone/>
              <a:defRPr sz="70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9989" indent="0" algn="ctr" defTabSz="3599993" rtl="0" eaLnBrk="1" latinLnBrk="0" hangingPunct="1">
              <a:lnSpc>
                <a:spcPct val="90000"/>
              </a:lnSpc>
              <a:spcBef>
                <a:spcPts val="1968"/>
              </a:spcBef>
              <a:buFont typeface="Arial" panose="020B0604020202020204" pitchFamily="34" charset="0"/>
              <a:buNone/>
              <a:defRPr sz="62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9986" indent="0" algn="ctr" defTabSz="3599993" rtl="0" eaLnBrk="1" latinLnBrk="0" hangingPunct="1">
              <a:lnSpc>
                <a:spcPct val="90000"/>
              </a:lnSpc>
              <a:spcBef>
                <a:spcPts val="1968"/>
              </a:spcBef>
              <a:buFont typeface="Arial" panose="020B0604020202020204" pitchFamily="34" charset="0"/>
              <a:buNone/>
              <a:defRPr sz="62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999982" indent="0" algn="ctr" defTabSz="3599993" rtl="0" eaLnBrk="1" latinLnBrk="0" hangingPunct="1">
              <a:lnSpc>
                <a:spcPct val="90000"/>
              </a:lnSpc>
              <a:spcBef>
                <a:spcPts val="1968"/>
              </a:spcBef>
              <a:buFont typeface="Arial" panose="020B0604020202020204" pitchFamily="34" charset="0"/>
              <a:buNone/>
              <a:defRPr sz="62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799978" indent="0" algn="ctr" defTabSz="3599993" rtl="0" eaLnBrk="1" latinLnBrk="0" hangingPunct="1">
              <a:lnSpc>
                <a:spcPct val="90000"/>
              </a:lnSpc>
              <a:spcBef>
                <a:spcPts val="1968"/>
              </a:spcBef>
              <a:buFont typeface="Arial" panose="020B0604020202020204" pitchFamily="34" charset="0"/>
              <a:buNone/>
              <a:defRPr sz="62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599975" indent="0" algn="ctr" defTabSz="3599993" rtl="0" eaLnBrk="1" latinLnBrk="0" hangingPunct="1">
              <a:lnSpc>
                <a:spcPct val="90000"/>
              </a:lnSpc>
              <a:spcBef>
                <a:spcPts val="1968"/>
              </a:spcBef>
              <a:buFont typeface="Arial" panose="020B0604020202020204" pitchFamily="34" charset="0"/>
              <a:buNone/>
              <a:defRPr sz="62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399971" indent="0" algn="ctr" defTabSz="3599993" rtl="0" eaLnBrk="1" latinLnBrk="0" hangingPunct="1">
              <a:lnSpc>
                <a:spcPct val="90000"/>
              </a:lnSpc>
              <a:spcBef>
                <a:spcPts val="1968"/>
              </a:spcBef>
              <a:buFont typeface="Arial" panose="020B0604020202020204" pitchFamily="34" charset="0"/>
              <a:buNone/>
              <a:defRPr sz="62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ES" sz="5400" b="1" dirty="0">
                <a:latin typeface="Bahnschrift SemiLight SemiConde" panose="020B0502040204020203" pitchFamily="34" charset="0"/>
              </a:rPr>
              <a:t>Gestionando equipos de </a:t>
            </a:r>
            <a:r>
              <a:rPr lang="es-ES" sz="5400" b="1" dirty="0" smtClean="0">
                <a:latin typeface="Bahnschrift SemiLight SemiConde" panose="020B0502040204020203" pitchFamily="34" charset="0"/>
              </a:rPr>
              <a:t>trabajo en campo</a:t>
            </a:r>
          </a:p>
          <a:p>
            <a:pPr algn="just">
              <a:lnSpc>
                <a:spcPct val="150000"/>
              </a:lnSpc>
            </a:pPr>
            <a:r>
              <a:rPr lang="es-ES" sz="3800" dirty="0" smtClean="0">
                <a:latin typeface="Bahnschrift SemiLight SemiConde" panose="020B0502040204020203" pitchFamily="34" charset="0"/>
              </a:rPr>
              <a:t>El uso de BirdBot permite crear mapas basados en información de tareas (pendientes o realizadas), estado de la caja nido o usuario que ha registrado la información. Esto facilita: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3800" dirty="0" smtClean="0">
                <a:latin typeface="Bahnschrift SemiLight SemiConde" panose="020B0502040204020203" pitchFamily="34" charset="0"/>
              </a:rPr>
              <a:t>Reparto de tareas entre los miembros del equipo.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3800" dirty="0" smtClean="0">
                <a:latin typeface="Bahnschrift SemiLight SemiConde" panose="020B0502040204020203" pitchFamily="34" charset="0"/>
              </a:rPr>
              <a:t>Rastrear posibles errores debido a que se registra de forma automática el usuario, fecha y hora de cada registro</a:t>
            </a:r>
            <a:r>
              <a:rPr lang="es-ES" sz="3500" dirty="0" smtClean="0">
                <a:latin typeface="Bahnschrift SemiLight SemiConde" panose="020B0502040204020203" pitchFamily="34" charset="0"/>
              </a:rPr>
              <a:t>.</a:t>
            </a:r>
          </a:p>
        </p:txBody>
      </p:sp>
      <p:graphicFrame>
        <p:nvGraphicFramePr>
          <p:cNvPr id="31" name="Tabla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008804"/>
              </p:ext>
            </p:extLst>
          </p:nvPr>
        </p:nvGraphicFramePr>
        <p:xfrm>
          <a:off x="16977955" y="34198298"/>
          <a:ext cx="7221832" cy="39381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07277">
                  <a:extLst>
                    <a:ext uri="{9D8B030D-6E8A-4147-A177-3AD203B41FA5}">
                      <a16:colId xmlns:a16="http://schemas.microsoft.com/office/drawing/2014/main" val="3651801486"/>
                    </a:ext>
                  </a:extLst>
                </a:gridCol>
                <a:gridCol w="1884767">
                  <a:extLst>
                    <a:ext uri="{9D8B030D-6E8A-4147-A177-3AD203B41FA5}">
                      <a16:colId xmlns:a16="http://schemas.microsoft.com/office/drawing/2014/main" val="1091305442"/>
                    </a:ext>
                  </a:extLst>
                </a:gridCol>
                <a:gridCol w="2929788">
                  <a:extLst>
                    <a:ext uri="{9D8B030D-6E8A-4147-A177-3AD203B41FA5}">
                      <a16:colId xmlns:a16="http://schemas.microsoft.com/office/drawing/2014/main" val="1584496671"/>
                    </a:ext>
                  </a:extLst>
                </a:gridCol>
              </a:tblGrid>
              <a:tr h="777841">
                <a:tc>
                  <a:txBody>
                    <a:bodyPr/>
                    <a:lstStyle/>
                    <a:p>
                      <a:pPr algn="ctr"/>
                      <a:r>
                        <a:rPr lang="es-ES" sz="5000" b="1" dirty="0" smtClean="0"/>
                        <a:t>Nido</a:t>
                      </a:r>
                      <a:endParaRPr lang="es-ES" sz="5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5000" b="1" dirty="0" smtClean="0"/>
                        <a:t>1/11</a:t>
                      </a:r>
                      <a:endParaRPr lang="es-ES" sz="5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5000" b="1" dirty="0" smtClean="0"/>
                        <a:t>2/11…</a:t>
                      </a:r>
                      <a:endParaRPr lang="es-ES" sz="5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8964653"/>
                  </a:ext>
                </a:extLst>
              </a:tr>
              <a:tr h="777841">
                <a:tc>
                  <a:txBody>
                    <a:bodyPr/>
                    <a:lstStyle/>
                    <a:p>
                      <a:pPr algn="ctr"/>
                      <a:r>
                        <a:rPr lang="es-ES" sz="5000" dirty="0" smtClean="0"/>
                        <a:t>A</a:t>
                      </a:r>
                      <a:endParaRPr lang="es-ES" sz="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359999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5000" dirty="0" smtClean="0"/>
                        <a:t>Anillar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5000" dirty="0" smtClean="0"/>
                        <a:t>Revisar</a:t>
                      </a:r>
                      <a:endParaRPr lang="es-ES" sz="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984144"/>
                  </a:ext>
                </a:extLst>
              </a:tr>
              <a:tr h="777841">
                <a:tc>
                  <a:txBody>
                    <a:bodyPr/>
                    <a:lstStyle/>
                    <a:p>
                      <a:pPr algn="ctr"/>
                      <a:r>
                        <a:rPr lang="es-ES" sz="5000" dirty="0" smtClean="0"/>
                        <a:t>B</a:t>
                      </a:r>
                      <a:endParaRPr lang="es-ES" sz="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5000" dirty="0" smtClean="0"/>
                        <a:t>Anillar</a:t>
                      </a:r>
                      <a:endParaRPr lang="es-ES" sz="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435225"/>
                  </a:ext>
                </a:extLst>
              </a:tr>
              <a:tr h="777841">
                <a:tc>
                  <a:txBody>
                    <a:bodyPr/>
                    <a:lstStyle/>
                    <a:p>
                      <a:pPr algn="ctr"/>
                      <a:r>
                        <a:rPr lang="es-ES" sz="5000" dirty="0" smtClean="0"/>
                        <a:t>C</a:t>
                      </a:r>
                      <a:endParaRPr lang="es-ES" sz="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5000" dirty="0" smtClean="0"/>
                        <a:t>Medir</a:t>
                      </a:r>
                      <a:endParaRPr lang="es-ES" sz="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7033997"/>
                  </a:ext>
                </a:extLst>
              </a:tr>
              <a:tr h="524414">
                <a:tc>
                  <a:txBody>
                    <a:bodyPr/>
                    <a:lstStyle/>
                    <a:p>
                      <a:pPr algn="ctr"/>
                      <a:r>
                        <a:rPr lang="es-ES" sz="5000" dirty="0" smtClean="0"/>
                        <a:t>…</a:t>
                      </a:r>
                      <a:endParaRPr lang="es-ES" sz="5000" dirty="0"/>
                    </a:p>
                  </a:txBody>
                  <a:tcPr vert="vert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5000" dirty="0" smtClean="0"/>
                        <a:t>…</a:t>
                      </a:r>
                      <a:endParaRPr lang="es-ES" sz="5000" dirty="0"/>
                    </a:p>
                  </a:txBody>
                  <a:tcPr vert="vert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5000" dirty="0" smtClean="0"/>
                        <a:t>…</a:t>
                      </a:r>
                      <a:endParaRPr lang="es-ES" sz="5000" dirty="0"/>
                    </a:p>
                  </a:txBody>
                  <a:tcPr vert="vert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6212902"/>
                  </a:ext>
                </a:extLst>
              </a:tr>
            </a:tbl>
          </a:graphicData>
        </a:graphic>
      </p:graphicFrame>
      <p:sp>
        <p:nvSpPr>
          <p:cNvPr id="30" name="Flecha izquierda y derecha 29"/>
          <p:cNvSpPr/>
          <p:nvPr/>
        </p:nvSpPr>
        <p:spPr>
          <a:xfrm>
            <a:off x="15767299" y="35814000"/>
            <a:ext cx="930942" cy="556115"/>
          </a:xfrm>
          <a:prstGeom prst="leftRightArrow">
            <a:avLst>
              <a:gd name="adj1" fmla="val 37635"/>
              <a:gd name="adj2" fmla="val 56590"/>
            </a:avLst>
          </a:prstGeom>
          <a:noFill/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ln w="3175">
                <a:solidFill>
                  <a:schemeClr val="tx1"/>
                </a:solidFill>
              </a:ln>
            </a:endParaRPr>
          </a:p>
        </p:txBody>
      </p:sp>
      <p:sp>
        <p:nvSpPr>
          <p:cNvPr id="21" name="Rectángulo 20"/>
          <p:cNvSpPr/>
          <p:nvPr/>
        </p:nvSpPr>
        <p:spPr>
          <a:xfrm>
            <a:off x="20129999" y="46236493"/>
            <a:ext cx="9369194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3500" baseline="30000" dirty="0">
                <a:latin typeface="Bahnschrift SemiLight SemiConde" panose="020B0502040204020203" pitchFamily="34" charset="0"/>
              </a:rPr>
              <a:t>1</a:t>
            </a:r>
            <a:r>
              <a:rPr lang="es-ES" sz="3500" dirty="0">
                <a:latin typeface="Bahnschrift SemiLight SemiConde" panose="020B0502040204020203" pitchFamily="34" charset="0"/>
              </a:rPr>
              <a:t> Museo</a:t>
            </a:r>
            <a:r>
              <a:rPr lang="es-ES" sz="3500" dirty="0" smtClean="0">
                <a:latin typeface="Bahnschrift SemiLight SemiConde" panose="020B0502040204020203" pitchFamily="34" charset="0"/>
              </a:rPr>
              <a:t> Nacional de Ciencias Naturales (Madrid)</a:t>
            </a:r>
          </a:p>
          <a:p>
            <a:pPr>
              <a:lnSpc>
                <a:spcPct val="150000"/>
              </a:lnSpc>
            </a:pPr>
            <a:r>
              <a:rPr lang="es-ES" sz="3500" baseline="30000" dirty="0" smtClean="0">
                <a:latin typeface="Bahnschrift SemiLight SemiConde" panose="020B0502040204020203" pitchFamily="34" charset="0"/>
              </a:rPr>
              <a:t>2</a:t>
            </a:r>
            <a:r>
              <a:rPr lang="es-ES" sz="3500" dirty="0" smtClean="0">
                <a:latin typeface="Bahnschrift SemiLight SemiConde" panose="020B0502040204020203" pitchFamily="34" charset="0"/>
              </a:rPr>
              <a:t> </a:t>
            </a:r>
            <a:r>
              <a:rPr lang="es-ES" sz="3500" dirty="0" err="1" smtClean="0">
                <a:latin typeface="Bahnschrift SemiLight SemiConde" panose="020B0502040204020203" pitchFamily="34" charset="0"/>
              </a:rPr>
              <a:t>Université</a:t>
            </a:r>
            <a:r>
              <a:rPr lang="es-ES" sz="3500" dirty="0" smtClean="0">
                <a:latin typeface="Bahnschrift SemiLight SemiConde" panose="020B0502040204020203" pitchFamily="34" charset="0"/>
              </a:rPr>
              <a:t> </a:t>
            </a:r>
            <a:r>
              <a:rPr lang="es-ES" sz="3500" dirty="0" err="1">
                <a:latin typeface="Bahnschrift SemiLight SemiConde" panose="020B0502040204020203" pitchFamily="34" charset="0"/>
              </a:rPr>
              <a:t>Sorbonne</a:t>
            </a:r>
            <a:r>
              <a:rPr lang="es-ES" sz="3500" dirty="0">
                <a:latin typeface="Bahnschrift SemiLight SemiConde" panose="020B0502040204020203" pitchFamily="34" charset="0"/>
              </a:rPr>
              <a:t> Paris </a:t>
            </a:r>
            <a:r>
              <a:rPr lang="es-ES" sz="3500" dirty="0" smtClean="0">
                <a:latin typeface="Bahnschrift SemiLight SemiConde" panose="020B0502040204020203" pitchFamily="34" charset="0"/>
              </a:rPr>
              <a:t>Nord (Paris)</a:t>
            </a:r>
          </a:p>
          <a:p>
            <a:pPr>
              <a:lnSpc>
                <a:spcPct val="150000"/>
              </a:lnSpc>
            </a:pPr>
            <a:r>
              <a:rPr lang="es-ES" sz="3500" baseline="30000" dirty="0" smtClean="0">
                <a:latin typeface="Bahnschrift SemiLight SemiConde" panose="020B0502040204020203" pitchFamily="34" charset="0"/>
              </a:rPr>
              <a:t>3</a:t>
            </a:r>
            <a:r>
              <a:rPr lang="es-ES" sz="3500" dirty="0" smtClean="0">
                <a:latin typeface="Bahnschrift SemiLight SemiConde" panose="020B0502040204020203" pitchFamily="34" charset="0"/>
              </a:rPr>
              <a:t> Instituto </a:t>
            </a:r>
            <a:r>
              <a:rPr lang="es-ES" sz="3500" dirty="0">
                <a:latin typeface="Bahnschrift SemiLight SemiConde" panose="020B0502040204020203" pitchFamily="34" charset="0"/>
              </a:rPr>
              <a:t>de Investigación en Recursos </a:t>
            </a:r>
            <a:r>
              <a:rPr lang="es-ES" sz="3500" dirty="0" smtClean="0">
                <a:latin typeface="Bahnschrift SemiLight SemiConde" panose="020B0502040204020203" pitchFamily="34" charset="0"/>
              </a:rPr>
              <a:t>Cinegéticos/ Universidad </a:t>
            </a:r>
            <a:r>
              <a:rPr lang="es-ES" sz="3500" dirty="0" smtClean="0">
                <a:latin typeface="Bahnschrift SemiLight SemiConde" panose="020B0502040204020203" pitchFamily="34" charset="0"/>
              </a:rPr>
              <a:t>de Castilla La Mancha (Ciudad Real)</a:t>
            </a:r>
            <a:endParaRPr lang="es-ES" sz="3500" dirty="0">
              <a:latin typeface="Bahnschrift SemiLight SemiConde" panose="020B0502040204020203" pitchFamily="34" charset="0"/>
            </a:endParaRPr>
          </a:p>
        </p:txBody>
      </p:sp>
      <p:sp>
        <p:nvSpPr>
          <p:cNvPr id="41" name="Subtítulo 2"/>
          <p:cNvSpPr txBox="1">
            <a:spLocks/>
          </p:cNvSpPr>
          <p:nvPr/>
        </p:nvSpPr>
        <p:spPr>
          <a:xfrm>
            <a:off x="5961707" y="46135841"/>
            <a:ext cx="10316391" cy="3072380"/>
          </a:xfrm>
          <a:prstGeom prst="roundRect">
            <a:avLst/>
          </a:prstGeom>
          <a:noFill/>
        </p:spPr>
        <p:txBody>
          <a:bodyPr vert="horz" lIns="720000" tIns="360000" rIns="720000" bIns="360000" rtlCol="0">
            <a:noAutofit/>
          </a:bodyPr>
          <a:lstStyle>
            <a:lvl1pPr marL="0" indent="0" algn="ctr" defTabSz="3599993" rtl="0" eaLnBrk="1" latinLnBrk="0" hangingPunct="1">
              <a:lnSpc>
                <a:spcPct val="90000"/>
              </a:lnSpc>
              <a:spcBef>
                <a:spcPts val="3937"/>
              </a:spcBef>
              <a:buFont typeface="Arial" panose="020B0604020202020204" pitchFamily="34" charset="0"/>
              <a:buNone/>
              <a:defRPr sz="94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996" indent="0" algn="ctr" defTabSz="3599993" rtl="0" eaLnBrk="1" latinLnBrk="0" hangingPunct="1">
              <a:lnSpc>
                <a:spcPct val="90000"/>
              </a:lnSpc>
              <a:spcBef>
                <a:spcPts val="1968"/>
              </a:spcBef>
              <a:buFont typeface="Arial" panose="020B0604020202020204" pitchFamily="34" charset="0"/>
              <a:buNone/>
              <a:defRPr sz="78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99993" indent="0" algn="ctr" defTabSz="3599993" rtl="0" eaLnBrk="1" latinLnBrk="0" hangingPunct="1">
              <a:lnSpc>
                <a:spcPct val="90000"/>
              </a:lnSpc>
              <a:spcBef>
                <a:spcPts val="1968"/>
              </a:spcBef>
              <a:buFont typeface="Arial" panose="020B0604020202020204" pitchFamily="34" charset="0"/>
              <a:buNone/>
              <a:defRPr sz="70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9989" indent="0" algn="ctr" defTabSz="3599993" rtl="0" eaLnBrk="1" latinLnBrk="0" hangingPunct="1">
              <a:lnSpc>
                <a:spcPct val="90000"/>
              </a:lnSpc>
              <a:spcBef>
                <a:spcPts val="1968"/>
              </a:spcBef>
              <a:buFont typeface="Arial" panose="020B0604020202020204" pitchFamily="34" charset="0"/>
              <a:buNone/>
              <a:defRPr sz="62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9986" indent="0" algn="ctr" defTabSz="3599993" rtl="0" eaLnBrk="1" latinLnBrk="0" hangingPunct="1">
              <a:lnSpc>
                <a:spcPct val="90000"/>
              </a:lnSpc>
              <a:spcBef>
                <a:spcPts val="1968"/>
              </a:spcBef>
              <a:buFont typeface="Arial" panose="020B0604020202020204" pitchFamily="34" charset="0"/>
              <a:buNone/>
              <a:defRPr sz="62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999982" indent="0" algn="ctr" defTabSz="3599993" rtl="0" eaLnBrk="1" latinLnBrk="0" hangingPunct="1">
              <a:lnSpc>
                <a:spcPct val="90000"/>
              </a:lnSpc>
              <a:spcBef>
                <a:spcPts val="1968"/>
              </a:spcBef>
              <a:buFont typeface="Arial" panose="020B0604020202020204" pitchFamily="34" charset="0"/>
              <a:buNone/>
              <a:defRPr sz="62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799978" indent="0" algn="ctr" defTabSz="3599993" rtl="0" eaLnBrk="1" latinLnBrk="0" hangingPunct="1">
              <a:lnSpc>
                <a:spcPct val="90000"/>
              </a:lnSpc>
              <a:spcBef>
                <a:spcPts val="1968"/>
              </a:spcBef>
              <a:buFont typeface="Arial" panose="020B0604020202020204" pitchFamily="34" charset="0"/>
              <a:buNone/>
              <a:defRPr sz="62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599975" indent="0" algn="ctr" defTabSz="3599993" rtl="0" eaLnBrk="1" latinLnBrk="0" hangingPunct="1">
              <a:lnSpc>
                <a:spcPct val="90000"/>
              </a:lnSpc>
              <a:spcBef>
                <a:spcPts val="1968"/>
              </a:spcBef>
              <a:buFont typeface="Arial" panose="020B0604020202020204" pitchFamily="34" charset="0"/>
              <a:buNone/>
              <a:defRPr sz="62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399971" indent="0" algn="ctr" defTabSz="3599993" rtl="0" eaLnBrk="1" latinLnBrk="0" hangingPunct="1">
              <a:lnSpc>
                <a:spcPct val="90000"/>
              </a:lnSpc>
              <a:spcBef>
                <a:spcPts val="1968"/>
              </a:spcBef>
              <a:buFont typeface="Arial" panose="020B0604020202020204" pitchFamily="34" charset="0"/>
              <a:buNone/>
              <a:defRPr sz="62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ES" sz="6600" dirty="0" smtClean="0">
                <a:latin typeface="Bahnschrift SemiLight SemiConde" panose="020B0502040204020203" pitchFamily="34" charset="0"/>
              </a:rPr>
              <a:t>¡Escanea este QR para descubrir más información!</a:t>
            </a:r>
            <a:endParaRPr lang="es-ES" sz="6600" dirty="0">
              <a:latin typeface="Bahnschrift SemiLight SemiConde" panose="020B0502040204020203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28913" t="9469" r="22126" b="12801"/>
          <a:stretch/>
        </p:blipFill>
        <p:spPr>
          <a:xfrm>
            <a:off x="-1" y="35078079"/>
            <a:ext cx="9339943" cy="15290121"/>
          </a:xfrm>
          <a:prstGeom prst="rect">
            <a:avLst/>
          </a:prstGeom>
        </p:spPr>
      </p:pic>
      <p:sp>
        <p:nvSpPr>
          <p:cNvPr id="17" name="Subtítulo 2"/>
          <p:cNvSpPr txBox="1">
            <a:spLocks/>
          </p:cNvSpPr>
          <p:nvPr/>
        </p:nvSpPr>
        <p:spPr>
          <a:xfrm>
            <a:off x="9133951" y="39222992"/>
            <a:ext cx="25659805" cy="6105855"/>
          </a:xfrm>
          <a:prstGeom prst="roundRect">
            <a:avLst/>
          </a:prstGeom>
          <a:solidFill>
            <a:schemeClr val="bg1"/>
          </a:solidFill>
        </p:spPr>
        <p:txBody>
          <a:bodyPr vert="horz" lIns="720000" tIns="360000" rIns="720000" bIns="360000" rtlCol="0">
            <a:normAutofit/>
          </a:bodyPr>
          <a:lstStyle>
            <a:lvl1pPr marL="0" indent="0" algn="ctr" defTabSz="3599993" rtl="0" eaLnBrk="1" latinLnBrk="0" hangingPunct="1">
              <a:lnSpc>
                <a:spcPct val="90000"/>
              </a:lnSpc>
              <a:spcBef>
                <a:spcPts val="3937"/>
              </a:spcBef>
              <a:buFont typeface="Arial" panose="020B0604020202020204" pitchFamily="34" charset="0"/>
              <a:buNone/>
              <a:defRPr sz="94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996" indent="0" algn="ctr" defTabSz="3599993" rtl="0" eaLnBrk="1" latinLnBrk="0" hangingPunct="1">
              <a:lnSpc>
                <a:spcPct val="90000"/>
              </a:lnSpc>
              <a:spcBef>
                <a:spcPts val="1968"/>
              </a:spcBef>
              <a:buFont typeface="Arial" panose="020B0604020202020204" pitchFamily="34" charset="0"/>
              <a:buNone/>
              <a:defRPr sz="78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99993" indent="0" algn="ctr" defTabSz="3599993" rtl="0" eaLnBrk="1" latinLnBrk="0" hangingPunct="1">
              <a:lnSpc>
                <a:spcPct val="90000"/>
              </a:lnSpc>
              <a:spcBef>
                <a:spcPts val="1968"/>
              </a:spcBef>
              <a:buFont typeface="Arial" panose="020B0604020202020204" pitchFamily="34" charset="0"/>
              <a:buNone/>
              <a:defRPr sz="70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9989" indent="0" algn="ctr" defTabSz="3599993" rtl="0" eaLnBrk="1" latinLnBrk="0" hangingPunct="1">
              <a:lnSpc>
                <a:spcPct val="90000"/>
              </a:lnSpc>
              <a:spcBef>
                <a:spcPts val="1968"/>
              </a:spcBef>
              <a:buFont typeface="Arial" panose="020B0604020202020204" pitchFamily="34" charset="0"/>
              <a:buNone/>
              <a:defRPr sz="62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9986" indent="0" algn="ctr" defTabSz="3599993" rtl="0" eaLnBrk="1" latinLnBrk="0" hangingPunct="1">
              <a:lnSpc>
                <a:spcPct val="90000"/>
              </a:lnSpc>
              <a:spcBef>
                <a:spcPts val="1968"/>
              </a:spcBef>
              <a:buFont typeface="Arial" panose="020B0604020202020204" pitchFamily="34" charset="0"/>
              <a:buNone/>
              <a:defRPr sz="62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999982" indent="0" algn="ctr" defTabSz="3599993" rtl="0" eaLnBrk="1" latinLnBrk="0" hangingPunct="1">
              <a:lnSpc>
                <a:spcPct val="90000"/>
              </a:lnSpc>
              <a:spcBef>
                <a:spcPts val="1968"/>
              </a:spcBef>
              <a:buFont typeface="Arial" panose="020B0604020202020204" pitchFamily="34" charset="0"/>
              <a:buNone/>
              <a:defRPr sz="62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799978" indent="0" algn="ctr" defTabSz="3599993" rtl="0" eaLnBrk="1" latinLnBrk="0" hangingPunct="1">
              <a:lnSpc>
                <a:spcPct val="90000"/>
              </a:lnSpc>
              <a:spcBef>
                <a:spcPts val="1968"/>
              </a:spcBef>
              <a:buFont typeface="Arial" panose="020B0604020202020204" pitchFamily="34" charset="0"/>
              <a:buNone/>
              <a:defRPr sz="62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599975" indent="0" algn="ctr" defTabSz="3599993" rtl="0" eaLnBrk="1" latinLnBrk="0" hangingPunct="1">
              <a:lnSpc>
                <a:spcPct val="90000"/>
              </a:lnSpc>
              <a:spcBef>
                <a:spcPts val="1968"/>
              </a:spcBef>
              <a:buFont typeface="Arial" panose="020B0604020202020204" pitchFamily="34" charset="0"/>
              <a:buNone/>
              <a:defRPr sz="62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399971" indent="0" algn="ctr" defTabSz="3599993" rtl="0" eaLnBrk="1" latinLnBrk="0" hangingPunct="1">
              <a:lnSpc>
                <a:spcPct val="90000"/>
              </a:lnSpc>
              <a:spcBef>
                <a:spcPts val="1968"/>
              </a:spcBef>
              <a:buFont typeface="Arial" panose="020B0604020202020204" pitchFamily="34" charset="0"/>
              <a:buNone/>
              <a:defRPr sz="62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5000" b="1" dirty="0" smtClean="0">
                <a:latin typeface="Bahnschrift SemiLight SemiConde" panose="020B0502040204020203" pitchFamily="34" charset="0"/>
              </a:rPr>
              <a:t>Ventajas de BirdBot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ES" sz="3500" dirty="0">
                <a:latin typeface="Bahnschrift SemiLight SemiConde" panose="020B0502040204020203" pitchFamily="34" charset="0"/>
              </a:rPr>
              <a:t>A</a:t>
            </a:r>
            <a:r>
              <a:rPr lang="es-ES" sz="3500" dirty="0" smtClean="0">
                <a:latin typeface="Bahnschrift SemiLight SemiConde" panose="020B0502040204020203" pitchFamily="34" charset="0"/>
              </a:rPr>
              <a:t>lmacenar información sobre el estado o momento reproductivo de la caja nido, la tarea a realizar y el contenido de la caja tras revisarla. Estas categorías permiten organizar la base de datos sin solapar información y facilitan la planificación del trabajo de campo.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ES" sz="3500" dirty="0" smtClean="0">
                <a:latin typeface="Bahnschrift SemiLight SemiConde" panose="020B0502040204020203" pitchFamily="34" charset="0"/>
              </a:rPr>
              <a:t>Evitar pasar datos procedentes de cuadernos de campo, ahorrando tiempo y minimizando los errores de transcripción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ES" sz="3500" dirty="0" smtClean="0">
                <a:latin typeface="Bahnschrift SemiLight SemiConde" panose="020B0502040204020203" pitchFamily="34" charset="0"/>
              </a:rPr>
              <a:t>Saber </a:t>
            </a:r>
            <a:r>
              <a:rPr lang="es-ES" sz="3500" dirty="0">
                <a:latin typeface="Bahnschrift SemiLight SemiConde" panose="020B0502040204020203" pitchFamily="34" charset="0"/>
              </a:rPr>
              <a:t>cuál es la última caja revisada por c</a:t>
            </a:r>
            <a:r>
              <a:rPr lang="es-ES" sz="3500" dirty="0">
                <a:latin typeface="Bahnschrift SemiLight SemiConde" panose="020B0502040204020203" pitchFamily="34" charset="0"/>
              </a:rPr>
              <a:t>ada usuario, lo puede ser una herramienta de </a:t>
            </a:r>
            <a:r>
              <a:rPr lang="es-ES" sz="3500" dirty="0" smtClean="0">
                <a:latin typeface="Bahnschrift SemiLight SemiConde" panose="020B0502040204020203" pitchFamily="34" charset="0"/>
              </a:rPr>
              <a:t>seguridad</a:t>
            </a:r>
            <a:r>
              <a:rPr lang="es-ES" sz="3500" dirty="0">
                <a:latin typeface="Bahnschrift SemiLight SemiConde" panose="020B0502040204020203" pitchFamily="34" charset="0"/>
              </a:rPr>
              <a:t> </a:t>
            </a:r>
            <a:r>
              <a:rPr lang="es-ES" sz="3500" dirty="0" smtClean="0">
                <a:latin typeface="Bahnschrift SemiLight SemiConde" panose="020B0502040204020203" pitchFamily="34" charset="0"/>
              </a:rPr>
              <a:t>para los trabajadores</a:t>
            </a:r>
            <a:endParaRPr lang="es-ES" sz="3500" dirty="0">
              <a:latin typeface="Bahnschrift SemiLight SemiConde" panose="020B0502040204020203" pitchFamily="34" charset="0"/>
            </a:endParaRPr>
          </a:p>
        </p:txBody>
      </p:sp>
      <p:pic>
        <p:nvPicPr>
          <p:cNvPr id="29" name="Imagen 28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4" t="7914" r="36535" b="51157"/>
          <a:stretch/>
        </p:blipFill>
        <p:spPr>
          <a:xfrm>
            <a:off x="26495593" y="3575453"/>
            <a:ext cx="9504145" cy="15675665"/>
          </a:xfrm>
          <a:prstGeom prst="rect">
            <a:avLst/>
          </a:prstGeom>
        </p:spPr>
      </p:pic>
      <p:grpSp>
        <p:nvGrpSpPr>
          <p:cNvPr id="18" name="Grupo 17"/>
          <p:cNvGrpSpPr/>
          <p:nvPr/>
        </p:nvGrpSpPr>
        <p:grpSpPr>
          <a:xfrm>
            <a:off x="28841942" y="19228509"/>
            <a:ext cx="3442448" cy="2123658"/>
            <a:chOff x="29558857" y="19246777"/>
            <a:chExt cx="3442448" cy="2123658"/>
          </a:xfrm>
        </p:grpSpPr>
        <p:sp>
          <p:nvSpPr>
            <p:cNvPr id="56" name="CuadroTexto 55"/>
            <p:cNvSpPr txBox="1"/>
            <p:nvPr/>
          </p:nvSpPr>
          <p:spPr>
            <a:xfrm>
              <a:off x="29558857" y="19246777"/>
              <a:ext cx="3442448" cy="212365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44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Tareas</a:t>
              </a:r>
            </a:p>
            <a:p>
              <a:r>
                <a:rPr lang="es-ES" sz="44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     anillar</a:t>
              </a:r>
              <a:endParaRPr lang="es-ES" sz="44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s-ES" sz="44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     revisar</a:t>
              </a:r>
              <a:endParaRPr lang="es-ES" sz="4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Rectángulo 57"/>
            <p:cNvSpPr/>
            <p:nvPr/>
          </p:nvSpPr>
          <p:spPr>
            <a:xfrm>
              <a:off x="29756343" y="20020191"/>
              <a:ext cx="609008" cy="1290584"/>
            </a:xfrm>
            <a:prstGeom prst="rect">
              <a:avLst/>
            </a:prstGeom>
            <a:solidFill>
              <a:srgbClr val="EDED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9" name="Elipse 58"/>
            <p:cNvSpPr/>
            <p:nvPr/>
          </p:nvSpPr>
          <p:spPr>
            <a:xfrm>
              <a:off x="29832198" y="20109888"/>
              <a:ext cx="416692" cy="419649"/>
            </a:xfrm>
            <a:prstGeom prst="ellipse">
              <a:avLst/>
            </a:pr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Elipse 59"/>
            <p:cNvSpPr/>
            <p:nvPr/>
          </p:nvSpPr>
          <p:spPr>
            <a:xfrm>
              <a:off x="29832207" y="20809463"/>
              <a:ext cx="416692" cy="419649"/>
            </a:xfrm>
            <a:prstGeom prst="ellipse">
              <a:avLst/>
            </a:prstGeom>
            <a:noFill/>
            <a:ln w="5715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" name="Grupo 7"/>
          <p:cNvGrpSpPr/>
          <p:nvPr/>
        </p:nvGrpSpPr>
        <p:grpSpPr>
          <a:xfrm>
            <a:off x="14102868" y="18584113"/>
            <a:ext cx="16604174" cy="12873630"/>
            <a:chOff x="15398268" y="19498513"/>
            <a:chExt cx="16604174" cy="12873630"/>
          </a:xfrm>
        </p:grpSpPr>
        <p:sp>
          <p:nvSpPr>
            <p:cNvPr id="34" name="Forma libre 33"/>
            <p:cNvSpPr/>
            <p:nvPr/>
          </p:nvSpPr>
          <p:spPr>
            <a:xfrm>
              <a:off x="17302476" y="22778966"/>
              <a:ext cx="14699966" cy="9593177"/>
            </a:xfrm>
            <a:custGeom>
              <a:avLst/>
              <a:gdLst>
                <a:gd name="connsiteX0" fmla="*/ 0 w 15240000"/>
                <a:gd name="connsiteY0" fmla="*/ 7040880 h 9875520"/>
                <a:gd name="connsiteX1" fmla="*/ 13898880 w 15240000"/>
                <a:gd name="connsiteY1" fmla="*/ 0 h 9875520"/>
                <a:gd name="connsiteX2" fmla="*/ 15240000 w 15240000"/>
                <a:gd name="connsiteY2" fmla="*/ 2956560 h 9875520"/>
                <a:gd name="connsiteX3" fmla="*/ 1341120 w 15240000"/>
                <a:gd name="connsiteY3" fmla="*/ 9875520 h 9875520"/>
                <a:gd name="connsiteX4" fmla="*/ 0 w 15240000"/>
                <a:gd name="connsiteY4" fmla="*/ 7040880 h 9875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00" h="9875520">
                  <a:moveTo>
                    <a:pt x="0" y="7040880"/>
                  </a:moveTo>
                  <a:lnTo>
                    <a:pt x="13898880" y="0"/>
                  </a:lnTo>
                  <a:lnTo>
                    <a:pt x="15240000" y="2956560"/>
                  </a:lnTo>
                  <a:lnTo>
                    <a:pt x="1341120" y="9875520"/>
                  </a:lnTo>
                  <a:lnTo>
                    <a:pt x="0" y="7040880"/>
                  </a:lnTo>
                  <a:close/>
                </a:path>
              </a:pathLst>
            </a:custGeom>
            <a:noFill/>
            <a:ln w="34925">
              <a:solidFill>
                <a:srgbClr val="9C9C9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5" name="Forma libre 34"/>
            <p:cNvSpPr/>
            <p:nvPr/>
          </p:nvSpPr>
          <p:spPr>
            <a:xfrm>
              <a:off x="15398268" y="19498513"/>
              <a:ext cx="14559386" cy="9498825"/>
            </a:xfrm>
            <a:custGeom>
              <a:avLst/>
              <a:gdLst>
                <a:gd name="connsiteX0" fmla="*/ 0 w 15636240"/>
                <a:gd name="connsiteY0" fmla="*/ 4876800 h 9601200"/>
                <a:gd name="connsiteX1" fmla="*/ 1706880 w 15636240"/>
                <a:gd name="connsiteY1" fmla="*/ 9601200 h 9601200"/>
                <a:gd name="connsiteX2" fmla="*/ 15636240 w 15636240"/>
                <a:gd name="connsiteY2" fmla="*/ 3078480 h 9601200"/>
                <a:gd name="connsiteX3" fmla="*/ 13594080 w 15636240"/>
                <a:gd name="connsiteY3" fmla="*/ 0 h 9601200"/>
                <a:gd name="connsiteX4" fmla="*/ 0 w 15636240"/>
                <a:gd name="connsiteY4" fmla="*/ 4876800 h 9601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36240" h="9601200">
                  <a:moveTo>
                    <a:pt x="0" y="4876800"/>
                  </a:moveTo>
                  <a:lnTo>
                    <a:pt x="1706880" y="9601200"/>
                  </a:lnTo>
                  <a:lnTo>
                    <a:pt x="15636240" y="3078480"/>
                  </a:lnTo>
                  <a:lnTo>
                    <a:pt x="13594080" y="0"/>
                  </a:lnTo>
                  <a:lnTo>
                    <a:pt x="0" y="4876800"/>
                  </a:lnTo>
                  <a:close/>
                </a:path>
              </a:pathLst>
            </a:custGeom>
            <a:noFill/>
            <a:ln w="34925">
              <a:solidFill>
                <a:srgbClr val="9C9C9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6" name="Elipse 35"/>
            <p:cNvSpPr/>
            <p:nvPr/>
          </p:nvSpPr>
          <p:spPr>
            <a:xfrm>
              <a:off x="24167360" y="24214983"/>
              <a:ext cx="617399" cy="621780"/>
            </a:xfrm>
            <a:prstGeom prst="ellipse">
              <a:avLst/>
            </a:prstGeom>
            <a:noFill/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40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endParaRPr lang="es-E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Elipse 36"/>
            <p:cNvSpPr/>
            <p:nvPr/>
          </p:nvSpPr>
          <p:spPr>
            <a:xfrm>
              <a:off x="18537272" y="24348222"/>
              <a:ext cx="617399" cy="621780"/>
            </a:xfrm>
            <a:prstGeom prst="ellipse">
              <a:avLst/>
            </a:prstGeom>
            <a:noFill/>
            <a:ln w="762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4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38" name="Elipse 37"/>
            <p:cNvSpPr/>
            <p:nvPr/>
          </p:nvSpPr>
          <p:spPr>
            <a:xfrm>
              <a:off x="20830468" y="25751865"/>
              <a:ext cx="617399" cy="621780"/>
            </a:xfrm>
            <a:prstGeom prst="ellipse">
              <a:avLst/>
            </a:prstGeom>
            <a:noFill/>
            <a:ln w="762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40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endParaRPr lang="es-E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Elipse 38"/>
            <p:cNvSpPr/>
            <p:nvPr/>
          </p:nvSpPr>
          <p:spPr>
            <a:xfrm>
              <a:off x="21583360" y="22778967"/>
              <a:ext cx="617399" cy="621780"/>
            </a:xfrm>
            <a:prstGeom prst="ellipse">
              <a:avLst/>
            </a:prstGeom>
            <a:noFill/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4000" dirty="0" smtClean="0">
                  <a:ln w="0">
                    <a:noFill/>
                  </a:ln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  <a:endParaRPr lang="es-ES" sz="4000" dirty="0">
                <a:ln w="0">
                  <a:noFill/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Elipse 39"/>
            <p:cNvSpPr/>
            <p:nvPr/>
          </p:nvSpPr>
          <p:spPr>
            <a:xfrm>
              <a:off x="18669683" y="26373645"/>
              <a:ext cx="617399" cy="621780"/>
            </a:xfrm>
            <a:prstGeom prst="ellipse">
              <a:avLst/>
            </a:prstGeom>
            <a:noFill/>
            <a:ln w="762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40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  <a:endParaRPr lang="es-E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Elipse 41"/>
            <p:cNvSpPr/>
            <p:nvPr/>
          </p:nvSpPr>
          <p:spPr>
            <a:xfrm>
              <a:off x="24865664" y="21674776"/>
              <a:ext cx="617399" cy="621780"/>
            </a:xfrm>
            <a:prstGeom prst="ellipse">
              <a:avLst/>
            </a:prstGeom>
            <a:noFill/>
            <a:ln w="762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4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F</a:t>
              </a:r>
              <a:endParaRPr lang="es-E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Elipse 42"/>
            <p:cNvSpPr/>
            <p:nvPr/>
          </p:nvSpPr>
          <p:spPr>
            <a:xfrm>
              <a:off x="27327598" y="22778967"/>
              <a:ext cx="617399" cy="621780"/>
            </a:xfrm>
            <a:prstGeom prst="ellipse">
              <a:avLst/>
            </a:prstGeom>
            <a:noFill/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40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  <a:endParaRPr lang="es-E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Elipse 43"/>
            <p:cNvSpPr/>
            <p:nvPr/>
          </p:nvSpPr>
          <p:spPr>
            <a:xfrm>
              <a:off x="18146006" y="29553803"/>
              <a:ext cx="617399" cy="621780"/>
            </a:xfrm>
            <a:prstGeom prst="ellipse">
              <a:avLst/>
            </a:prstGeom>
            <a:noFill/>
            <a:ln w="762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40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  <a:endParaRPr lang="es-E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Elipse 44"/>
            <p:cNvSpPr/>
            <p:nvPr/>
          </p:nvSpPr>
          <p:spPr>
            <a:xfrm>
              <a:off x="21139166" y="29944242"/>
              <a:ext cx="617399" cy="621780"/>
            </a:xfrm>
            <a:prstGeom prst="ellipse">
              <a:avLst/>
            </a:prstGeom>
            <a:noFill/>
            <a:ln w="762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40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endParaRPr lang="es-E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Elipse 45"/>
            <p:cNvSpPr/>
            <p:nvPr/>
          </p:nvSpPr>
          <p:spPr>
            <a:xfrm>
              <a:off x="24865664" y="27917971"/>
              <a:ext cx="617399" cy="621780"/>
            </a:xfrm>
            <a:prstGeom prst="ellipse">
              <a:avLst/>
            </a:prstGeom>
            <a:noFill/>
            <a:ln w="762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40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K</a:t>
              </a:r>
              <a:endParaRPr lang="es-E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Elipse 46"/>
            <p:cNvSpPr/>
            <p:nvPr/>
          </p:nvSpPr>
          <p:spPr>
            <a:xfrm>
              <a:off x="27430638" y="25440977"/>
              <a:ext cx="617399" cy="621780"/>
            </a:xfrm>
            <a:prstGeom prst="ellipse">
              <a:avLst/>
            </a:prstGeom>
            <a:noFill/>
            <a:ln w="762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40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  <a:endParaRPr lang="es-E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Elipse 47"/>
            <p:cNvSpPr/>
            <p:nvPr/>
          </p:nvSpPr>
          <p:spPr>
            <a:xfrm>
              <a:off x="22144003" y="27518690"/>
              <a:ext cx="617399" cy="621780"/>
            </a:xfrm>
            <a:prstGeom prst="ellipse">
              <a:avLst/>
            </a:prstGeom>
            <a:noFill/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40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  <a:endParaRPr lang="es-E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Elipse 48"/>
            <p:cNvSpPr/>
            <p:nvPr/>
          </p:nvSpPr>
          <p:spPr>
            <a:xfrm>
              <a:off x="29138943" y="25932063"/>
              <a:ext cx="617399" cy="621780"/>
            </a:xfrm>
            <a:prstGeom prst="ellipse">
              <a:avLst/>
            </a:prstGeom>
            <a:noFill/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40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M</a:t>
              </a:r>
              <a:endParaRPr lang="es-E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Elipse 49"/>
            <p:cNvSpPr/>
            <p:nvPr/>
          </p:nvSpPr>
          <p:spPr>
            <a:xfrm>
              <a:off x="30237002" y="24019765"/>
              <a:ext cx="617399" cy="621780"/>
            </a:xfrm>
            <a:prstGeom prst="ellipse">
              <a:avLst/>
            </a:prstGeom>
            <a:noFill/>
            <a:ln w="762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40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endParaRPr lang="es-E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Elipse 51"/>
            <p:cNvSpPr/>
            <p:nvPr/>
          </p:nvSpPr>
          <p:spPr>
            <a:xfrm>
              <a:off x="21086995" y="24027167"/>
              <a:ext cx="3602269" cy="251673"/>
            </a:xfrm>
            <a:prstGeom prst="ellipse">
              <a:avLst/>
            </a:prstGeom>
            <a:noFill/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3600" dirty="0" smtClean="0">
                  <a:ln w="0">
                    <a:noFill/>
                  </a:ln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Zona 1</a:t>
              </a:r>
              <a:endParaRPr lang="es-ES" sz="3600" dirty="0">
                <a:ln w="0">
                  <a:noFill/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Elipse 52"/>
            <p:cNvSpPr/>
            <p:nvPr/>
          </p:nvSpPr>
          <p:spPr>
            <a:xfrm>
              <a:off x="22761401" y="27108849"/>
              <a:ext cx="3602269" cy="251673"/>
            </a:xfrm>
            <a:prstGeom prst="ellipse">
              <a:avLst/>
            </a:prstGeom>
            <a:noFill/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3600" dirty="0" smtClean="0">
                  <a:ln w="0">
                    <a:noFill/>
                  </a:ln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Zona 2</a:t>
              </a:r>
              <a:endParaRPr lang="es-ES" sz="3600" dirty="0">
                <a:ln w="0">
                  <a:noFill/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5" name="Conector recto 54"/>
            <p:cNvCxnSpPr/>
            <p:nvPr/>
          </p:nvCxnSpPr>
          <p:spPr>
            <a:xfrm flipV="1">
              <a:off x="16284984" y="22296558"/>
              <a:ext cx="14901045" cy="7424738"/>
            </a:xfrm>
            <a:prstGeom prst="line">
              <a:avLst/>
            </a:prstGeom>
            <a:ln w="34925">
              <a:solidFill>
                <a:srgbClr val="9C9C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upo 32"/>
          <p:cNvGrpSpPr/>
          <p:nvPr/>
        </p:nvGrpSpPr>
        <p:grpSpPr>
          <a:xfrm>
            <a:off x="1619234" y="48544664"/>
            <a:ext cx="9625155" cy="707886"/>
            <a:chOff x="13682144" y="12350762"/>
            <a:chExt cx="9625155" cy="707886"/>
          </a:xfrm>
        </p:grpSpPr>
        <p:pic>
          <p:nvPicPr>
            <p:cNvPr id="11" name="Imagen 1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82144" y="12432129"/>
              <a:ext cx="609610" cy="609610"/>
            </a:xfrm>
            <a:prstGeom prst="rect">
              <a:avLst/>
            </a:prstGeom>
          </p:spPr>
        </p:pic>
        <p:sp>
          <p:nvSpPr>
            <p:cNvPr id="20" name="CuadroTexto 19"/>
            <p:cNvSpPr txBox="1"/>
            <p:nvPr/>
          </p:nvSpPr>
          <p:spPr>
            <a:xfrm flipH="1">
              <a:off x="14434213" y="12350762"/>
              <a:ext cx="887308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000" dirty="0"/>
                <a:t>github.com/</a:t>
              </a:r>
              <a:r>
                <a:rPr lang="es-ES" sz="4000" dirty="0" err="1"/>
                <a:t>soniawandosell</a:t>
              </a:r>
              <a:r>
                <a:rPr lang="es-ES" sz="4000" dirty="0"/>
                <a:t>/BirdBot</a:t>
              </a:r>
            </a:p>
          </p:txBody>
        </p:sp>
      </p:grpSp>
      <p:pic>
        <p:nvPicPr>
          <p:cNvPr id="10" name="Imagen 9"/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7628" y="46901190"/>
            <a:ext cx="5818096" cy="2179478"/>
          </a:xfrm>
          <a:prstGeom prst="rect">
            <a:avLst/>
          </a:prstGeom>
        </p:spPr>
      </p:pic>
      <p:pic>
        <p:nvPicPr>
          <p:cNvPr id="63" name="Imagen 62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208084" y="46151479"/>
            <a:ext cx="3583570" cy="3638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657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720</TotalTime>
  <Words>381</Words>
  <Application>Microsoft Office PowerPoint</Application>
  <PresentationFormat>Personalizado</PresentationFormat>
  <Paragraphs>90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8" baseType="lpstr">
      <vt:lpstr>SimSun</vt:lpstr>
      <vt:lpstr>Arial</vt:lpstr>
      <vt:lpstr>Bahnschrift SemiLight SemiConde</vt:lpstr>
      <vt:lpstr>Calibri</vt:lpstr>
      <vt:lpstr>Calibri Light</vt:lpstr>
      <vt:lpstr>Consolas</vt:lpstr>
      <vt:lpstr>Tema de Office</vt:lpstr>
      <vt:lpstr>BirdBot: una herramienta para registrar datos de cajas nidos en campo basada en Telegram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BirdBot: una herramienta para registrar datos de cajas nidos en campo basada en Telegram</dc:title>
  <dc:creator>Sonia</dc:creator>
  <cp:lastModifiedBy>Sonia</cp:lastModifiedBy>
  <cp:revision>51</cp:revision>
  <dcterms:created xsi:type="dcterms:W3CDTF">2024-12-05T09:48:15Z</dcterms:created>
  <dcterms:modified xsi:type="dcterms:W3CDTF">2025-01-07T12:23:36Z</dcterms:modified>
</cp:coreProperties>
</file>