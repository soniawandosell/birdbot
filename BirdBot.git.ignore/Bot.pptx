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1" r:id="rId5"/>
    <p:sldId id="260" r:id="rId6"/>
    <p:sldId id="262" r:id="rId7"/>
    <p:sldId id="263" r:id="rId8"/>
    <p:sldId id="264" r:id="rId9"/>
    <p:sldId id="265" r:id="rId1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65B7"/>
    <a:srgbClr val="0E8146"/>
    <a:srgbClr val="28A8EA"/>
    <a:srgbClr val="3DB4D6"/>
    <a:srgbClr val="29A9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734"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282FC5-C61B-4B03-93AF-0B21D81271AC}" type="doc">
      <dgm:prSet loTypeId="urn:microsoft.com/office/officeart/2008/layout/LinedList" loCatId="hierarchy" qsTypeId="urn:microsoft.com/office/officeart/2005/8/quickstyle/simple1" qsCatId="simple" csTypeId="urn:microsoft.com/office/officeart/2005/8/colors/accent6_3" csCatId="accent6" phldr="1"/>
      <dgm:spPr/>
      <dgm:t>
        <a:bodyPr/>
        <a:lstStyle/>
        <a:p>
          <a:endParaRPr lang="es-ES"/>
        </a:p>
      </dgm:t>
    </dgm:pt>
    <dgm:pt modelId="{9C74399D-0A7E-489C-812C-1B16F7639144}">
      <dgm:prSet phldrT="[Texto]" custT="1"/>
      <dgm:spPr/>
      <dgm:t>
        <a:bodyPr/>
        <a:lstStyle/>
        <a:p>
          <a:r>
            <a:rPr lang="es-ES" sz="3600" dirty="0" smtClean="0"/>
            <a:t>-&gt; Settings</a:t>
          </a:r>
          <a:endParaRPr lang="es-ES" sz="3600" dirty="0"/>
        </a:p>
      </dgm:t>
    </dgm:pt>
    <dgm:pt modelId="{4897B3AD-09F1-4E09-9EA6-A1C41CEB66C3}" type="parTrans" cxnId="{FBE848C2-3D31-4CE7-B23A-C10422E73EB2}">
      <dgm:prSet/>
      <dgm:spPr/>
      <dgm:t>
        <a:bodyPr/>
        <a:lstStyle/>
        <a:p>
          <a:endParaRPr lang="es-ES" sz="1800"/>
        </a:p>
      </dgm:t>
    </dgm:pt>
    <dgm:pt modelId="{EB6C3643-6C17-46BD-B568-1034F23E3189}" type="sibTrans" cxnId="{FBE848C2-3D31-4CE7-B23A-C10422E73EB2}">
      <dgm:prSet/>
      <dgm:spPr/>
      <dgm:t>
        <a:bodyPr/>
        <a:lstStyle/>
        <a:p>
          <a:endParaRPr lang="es-ES" sz="1800"/>
        </a:p>
      </dgm:t>
    </dgm:pt>
    <dgm:pt modelId="{C4621E7C-1136-40E2-8757-997FEEB51DE8}">
      <dgm:prSet phldrT="[Texto]" custT="1"/>
      <dgm:spPr/>
      <dgm:t>
        <a:bodyPr/>
        <a:lstStyle/>
        <a:p>
          <a:r>
            <a:rPr lang="es-ES" sz="900" dirty="0" err="1" smtClean="0"/>
            <a:t>Bot</a:t>
          </a:r>
          <a:endParaRPr lang="es-ES" sz="900" dirty="0"/>
        </a:p>
      </dgm:t>
    </dgm:pt>
    <dgm:pt modelId="{F4FA0080-9C2D-4F0A-B729-603821FC297C}" type="sibTrans" cxnId="{8BCE5146-390C-4221-8C4D-24A124182184}">
      <dgm:prSet/>
      <dgm:spPr/>
      <dgm:t>
        <a:bodyPr/>
        <a:lstStyle/>
        <a:p>
          <a:endParaRPr lang="es-ES" sz="1800"/>
        </a:p>
      </dgm:t>
    </dgm:pt>
    <dgm:pt modelId="{25E7906F-7E89-42C0-AD8E-49859096D4B6}" type="parTrans" cxnId="{8BCE5146-390C-4221-8C4D-24A124182184}">
      <dgm:prSet/>
      <dgm:spPr/>
      <dgm:t>
        <a:bodyPr/>
        <a:lstStyle/>
        <a:p>
          <a:endParaRPr lang="es-ES" sz="1800"/>
        </a:p>
      </dgm:t>
    </dgm:pt>
    <dgm:pt modelId="{0BE0A3A6-DAAA-42D0-946B-30B014B92F71}">
      <dgm:prSet phldrT="[Texto]" custT="1"/>
      <dgm:spPr/>
      <dgm:t>
        <a:bodyPr/>
        <a:lstStyle/>
        <a:p>
          <a:r>
            <a:rPr lang="es-ES" sz="3600" dirty="0" smtClean="0"/>
            <a:t>Databases</a:t>
          </a:r>
          <a:endParaRPr lang="es-ES" sz="1000" dirty="0"/>
        </a:p>
      </dgm:t>
    </dgm:pt>
    <dgm:pt modelId="{81C5198F-2A84-47AC-9778-89E492298128}" type="sibTrans" cxnId="{F46FF909-5E36-4A44-947F-9692ACD9654E}">
      <dgm:prSet/>
      <dgm:spPr/>
      <dgm:t>
        <a:bodyPr/>
        <a:lstStyle/>
        <a:p>
          <a:endParaRPr lang="es-ES" sz="1800"/>
        </a:p>
      </dgm:t>
    </dgm:pt>
    <dgm:pt modelId="{C3CC6D0B-4472-49E0-B1B8-74125F3773B7}" type="parTrans" cxnId="{F46FF909-5E36-4A44-947F-9692ACD9654E}">
      <dgm:prSet/>
      <dgm:spPr/>
      <dgm:t>
        <a:bodyPr/>
        <a:lstStyle/>
        <a:p>
          <a:endParaRPr lang="es-ES" sz="1800"/>
        </a:p>
      </dgm:t>
    </dgm:pt>
    <dgm:pt modelId="{C7243818-6708-431E-9799-F9CA9A546711}">
      <dgm:prSet phldrT="[Texto]" custT="1"/>
      <dgm:spPr/>
      <dgm:t>
        <a:bodyPr/>
        <a:lstStyle/>
        <a:p>
          <a:r>
            <a:rPr lang="es-ES" sz="3600" dirty="0" err="1" smtClean="0">
              <a:solidFill>
                <a:srgbClr val="1F65B7"/>
              </a:solidFill>
            </a:rPr>
            <a:t>Users</a:t>
          </a:r>
          <a:endParaRPr lang="es-ES" sz="3600" dirty="0" smtClean="0">
            <a:solidFill>
              <a:srgbClr val="1F65B7"/>
            </a:solidFill>
          </a:endParaRPr>
        </a:p>
      </dgm:t>
    </dgm:pt>
    <dgm:pt modelId="{E20844F8-68DB-48E5-867C-CFF021A930AD}" type="sibTrans" cxnId="{2F50D87C-1D1E-4772-854A-7A83643C8AB7}">
      <dgm:prSet/>
      <dgm:spPr/>
      <dgm:t>
        <a:bodyPr/>
        <a:lstStyle/>
        <a:p>
          <a:endParaRPr lang="es-ES" sz="1800"/>
        </a:p>
      </dgm:t>
    </dgm:pt>
    <dgm:pt modelId="{07CDA71E-2181-4709-9D4A-DA2F721B072E}" type="parTrans" cxnId="{2F50D87C-1D1E-4772-854A-7A83643C8AB7}">
      <dgm:prSet/>
      <dgm:spPr/>
      <dgm:t>
        <a:bodyPr/>
        <a:lstStyle/>
        <a:p>
          <a:endParaRPr lang="es-ES" sz="1800"/>
        </a:p>
      </dgm:t>
    </dgm:pt>
    <dgm:pt modelId="{A69890EE-DE80-4CB8-B9E7-1D32C08AB501}">
      <dgm:prSet phldrT="[Texto]" custT="1"/>
      <dgm:spPr/>
      <dgm:t>
        <a:bodyPr/>
        <a:lstStyle/>
        <a:p>
          <a:r>
            <a:rPr lang="es-ES" sz="900" dirty="0" err="1" smtClean="0"/>
            <a:t>Allowed</a:t>
          </a:r>
          <a:r>
            <a:rPr lang="es-ES" sz="900" dirty="0" smtClean="0"/>
            <a:t> (ch vector)</a:t>
          </a:r>
        </a:p>
      </dgm:t>
    </dgm:pt>
    <dgm:pt modelId="{B7E9D84D-4C35-43D9-99CF-6E4E221FE65B}" type="sibTrans" cxnId="{13B92A6C-2590-48B1-ACC4-CBA83F33B41D}">
      <dgm:prSet/>
      <dgm:spPr/>
      <dgm:t>
        <a:bodyPr/>
        <a:lstStyle/>
        <a:p>
          <a:endParaRPr lang="es-ES" sz="1800"/>
        </a:p>
      </dgm:t>
    </dgm:pt>
    <dgm:pt modelId="{50D6E048-2A75-4C85-9332-A41785C55E15}" type="parTrans" cxnId="{13B92A6C-2590-48B1-ACC4-CBA83F33B41D}">
      <dgm:prSet/>
      <dgm:spPr/>
      <dgm:t>
        <a:bodyPr/>
        <a:lstStyle/>
        <a:p>
          <a:endParaRPr lang="es-ES" sz="1800"/>
        </a:p>
      </dgm:t>
    </dgm:pt>
    <dgm:pt modelId="{8C349B2E-D4F5-49A9-A741-1D0750321CCE}">
      <dgm:prSet phldrT="[Texto]" custT="1"/>
      <dgm:spPr/>
      <dgm:t>
        <a:bodyPr/>
        <a:lstStyle/>
        <a:p>
          <a:r>
            <a:rPr lang="es-ES" sz="900" dirty="0" err="1" smtClean="0"/>
            <a:t>To_allow</a:t>
          </a:r>
          <a:r>
            <a:rPr lang="es-ES" sz="900" dirty="0" smtClean="0"/>
            <a:t> (ch vector)</a:t>
          </a:r>
        </a:p>
      </dgm:t>
    </dgm:pt>
    <dgm:pt modelId="{C7054E85-2CB6-4076-85F3-50B5AA862E1E}" type="parTrans" cxnId="{A4AA1849-F4F6-4B40-8559-065FD0BA40E4}">
      <dgm:prSet/>
      <dgm:spPr/>
      <dgm:t>
        <a:bodyPr/>
        <a:lstStyle/>
        <a:p>
          <a:endParaRPr lang="es-ES" sz="1800"/>
        </a:p>
      </dgm:t>
    </dgm:pt>
    <dgm:pt modelId="{5B219AEE-A39C-49DC-BAC2-CD4EC56F1C89}" type="sibTrans" cxnId="{A4AA1849-F4F6-4B40-8559-065FD0BA40E4}">
      <dgm:prSet/>
      <dgm:spPr/>
      <dgm:t>
        <a:bodyPr/>
        <a:lstStyle/>
        <a:p>
          <a:endParaRPr lang="es-ES" sz="1800"/>
        </a:p>
      </dgm:t>
    </dgm:pt>
    <dgm:pt modelId="{64DF37BA-68EA-4C2A-9226-943E87E1322E}">
      <dgm:prSet phldrT="[Texto]" custT="1"/>
      <dgm:spPr/>
      <dgm:t>
        <a:bodyPr/>
        <a:lstStyle/>
        <a:p>
          <a:r>
            <a:rPr lang="es-ES" sz="3600" dirty="0" smtClean="0">
              <a:solidFill>
                <a:srgbClr val="1F65B7"/>
              </a:solidFill>
            </a:rPr>
            <a:t>Content</a:t>
          </a:r>
        </a:p>
      </dgm:t>
    </dgm:pt>
    <dgm:pt modelId="{AB417E9F-C2F8-4CC9-BD93-8039879AEEEE}" type="parTrans" cxnId="{38835374-98AB-4CF0-B07F-EC0CF27F05FA}">
      <dgm:prSet/>
      <dgm:spPr/>
      <dgm:t>
        <a:bodyPr/>
        <a:lstStyle/>
        <a:p>
          <a:endParaRPr lang="es-ES" sz="1800"/>
        </a:p>
      </dgm:t>
    </dgm:pt>
    <dgm:pt modelId="{2B9D4175-1128-4620-BB49-3DBE6FE79B33}" type="sibTrans" cxnId="{38835374-98AB-4CF0-B07F-EC0CF27F05FA}">
      <dgm:prSet/>
      <dgm:spPr/>
      <dgm:t>
        <a:bodyPr/>
        <a:lstStyle/>
        <a:p>
          <a:endParaRPr lang="es-ES" sz="1800"/>
        </a:p>
      </dgm:t>
    </dgm:pt>
    <dgm:pt modelId="{395415A5-D912-4C71-A543-327AD5BE167E}">
      <dgm:prSet phldrT="[Texto]" custT="1"/>
      <dgm:spPr/>
      <dgm:t>
        <a:bodyPr/>
        <a:lstStyle/>
        <a:p>
          <a:r>
            <a:rPr lang="es-ES" sz="3600" dirty="0" err="1" smtClean="0"/>
            <a:t>Configuration</a:t>
          </a:r>
          <a:endParaRPr lang="es-ES" sz="3600" dirty="0"/>
        </a:p>
      </dgm:t>
    </dgm:pt>
    <dgm:pt modelId="{BC4BDC75-A2DD-4FB8-AF34-8EF0C3F89963}" type="parTrans" cxnId="{B51DDF5B-5AEB-43A4-A7D7-C48F55F0BB00}">
      <dgm:prSet/>
      <dgm:spPr/>
      <dgm:t>
        <a:bodyPr/>
        <a:lstStyle/>
        <a:p>
          <a:endParaRPr lang="es-ES" sz="1800"/>
        </a:p>
      </dgm:t>
    </dgm:pt>
    <dgm:pt modelId="{8308BA01-08C0-4084-B842-12C555F6E03B}" type="sibTrans" cxnId="{B51DDF5B-5AEB-43A4-A7D7-C48F55F0BB00}">
      <dgm:prSet/>
      <dgm:spPr/>
      <dgm:t>
        <a:bodyPr/>
        <a:lstStyle/>
        <a:p>
          <a:endParaRPr lang="es-ES" sz="1800"/>
        </a:p>
      </dgm:t>
    </dgm:pt>
    <dgm:pt modelId="{B04C27D3-2EC7-4BB1-826E-055911F67CE8}">
      <dgm:prSet phldrT="[Texto]" custT="1"/>
      <dgm:spPr/>
      <dgm:t>
        <a:bodyPr/>
        <a:lstStyle/>
        <a:p>
          <a:r>
            <a:rPr lang="es-ES" sz="900" dirty="0" err="1" smtClean="0"/>
            <a:t>Updater</a:t>
          </a:r>
          <a:endParaRPr lang="es-ES" sz="900" dirty="0"/>
        </a:p>
      </dgm:t>
    </dgm:pt>
    <dgm:pt modelId="{2DC7D822-4AD2-4188-B127-D4A248D1144E}" type="parTrans" cxnId="{C2DACFE6-620A-42D1-8BB1-5E8F15C64617}">
      <dgm:prSet/>
      <dgm:spPr/>
      <dgm:t>
        <a:bodyPr/>
        <a:lstStyle/>
        <a:p>
          <a:endParaRPr lang="es-ES" sz="1800"/>
        </a:p>
      </dgm:t>
    </dgm:pt>
    <dgm:pt modelId="{669B1BD9-4821-4E32-B78F-3CC1FDD75922}" type="sibTrans" cxnId="{C2DACFE6-620A-42D1-8BB1-5E8F15C64617}">
      <dgm:prSet/>
      <dgm:spPr/>
      <dgm:t>
        <a:bodyPr/>
        <a:lstStyle/>
        <a:p>
          <a:endParaRPr lang="es-ES" sz="1800"/>
        </a:p>
      </dgm:t>
    </dgm:pt>
    <dgm:pt modelId="{462DAFB3-3622-4C7C-9519-AFFE2B804F71}">
      <dgm:prSet phldrT="[Texto]" custT="1"/>
      <dgm:spPr/>
      <dgm:t>
        <a:bodyPr/>
        <a:lstStyle/>
        <a:p>
          <a:r>
            <a:rPr lang="es-ES" sz="900" dirty="0" err="1" smtClean="0"/>
            <a:t>Admin</a:t>
          </a:r>
          <a:r>
            <a:rPr lang="es-ES" sz="900" dirty="0" smtClean="0"/>
            <a:t> (ch vector)</a:t>
          </a:r>
        </a:p>
      </dgm:t>
    </dgm:pt>
    <dgm:pt modelId="{7B6D0BEA-7629-41FD-8C50-613CAB25E965}" type="parTrans" cxnId="{4623DB20-4D84-42B7-A5DF-E525FEB8108B}">
      <dgm:prSet/>
      <dgm:spPr/>
      <dgm:t>
        <a:bodyPr/>
        <a:lstStyle/>
        <a:p>
          <a:endParaRPr lang="es-ES" sz="1800"/>
        </a:p>
      </dgm:t>
    </dgm:pt>
    <dgm:pt modelId="{38E7B5DB-BA9C-42FA-9958-ACC98C2424B5}" type="sibTrans" cxnId="{4623DB20-4D84-42B7-A5DF-E525FEB8108B}">
      <dgm:prSet/>
      <dgm:spPr/>
      <dgm:t>
        <a:bodyPr/>
        <a:lstStyle/>
        <a:p>
          <a:endParaRPr lang="es-ES" sz="1800"/>
        </a:p>
      </dgm:t>
    </dgm:pt>
    <dgm:pt modelId="{11ACC0A4-7BAD-4773-8FB4-66F7B30963ED}">
      <dgm:prSet phldrT="[Texto]" custT="1"/>
      <dgm:spPr/>
      <dgm:t>
        <a:bodyPr/>
        <a:lstStyle/>
        <a:p>
          <a:r>
            <a:rPr lang="es-ES" sz="900" dirty="0" err="1" smtClean="0"/>
            <a:t>Empty</a:t>
          </a:r>
          <a:r>
            <a:rPr lang="es-ES" sz="900" dirty="0" smtClean="0"/>
            <a:t> (ch vector)</a:t>
          </a:r>
        </a:p>
      </dgm:t>
    </dgm:pt>
    <dgm:pt modelId="{71EE8062-9D10-4BD3-8B1F-F8EF7167C9D7}" type="parTrans" cxnId="{4DF6BC53-A7EE-41CE-A96F-805ACD1D0F9B}">
      <dgm:prSet/>
      <dgm:spPr/>
      <dgm:t>
        <a:bodyPr/>
        <a:lstStyle/>
        <a:p>
          <a:endParaRPr lang="es-ES" sz="1800"/>
        </a:p>
      </dgm:t>
    </dgm:pt>
    <dgm:pt modelId="{6B8F11B9-A0B5-4D77-99B8-31EC1AB269EE}" type="sibTrans" cxnId="{4DF6BC53-A7EE-41CE-A96F-805ACD1D0F9B}">
      <dgm:prSet/>
      <dgm:spPr/>
      <dgm:t>
        <a:bodyPr/>
        <a:lstStyle/>
        <a:p>
          <a:endParaRPr lang="es-ES" sz="1800"/>
        </a:p>
      </dgm:t>
    </dgm:pt>
    <dgm:pt modelId="{4616279C-5972-4956-8330-D069EC119A07}">
      <dgm:prSet phldrT="[Texto]" custT="1"/>
      <dgm:spPr/>
      <dgm:t>
        <a:bodyPr/>
        <a:lstStyle/>
        <a:p>
          <a:r>
            <a:rPr lang="es-ES" sz="900" dirty="0" err="1" smtClean="0"/>
            <a:t>Tasks</a:t>
          </a:r>
          <a:r>
            <a:rPr lang="es-ES" sz="900" dirty="0" smtClean="0"/>
            <a:t> (ch vector)</a:t>
          </a:r>
        </a:p>
      </dgm:t>
    </dgm:pt>
    <dgm:pt modelId="{E954FEBC-E6D4-4678-8457-C980EC62C956}" type="parTrans" cxnId="{C9170B4E-5277-46CE-A761-60C816969C22}">
      <dgm:prSet/>
      <dgm:spPr/>
      <dgm:t>
        <a:bodyPr/>
        <a:lstStyle/>
        <a:p>
          <a:endParaRPr lang="es-ES" sz="1800"/>
        </a:p>
      </dgm:t>
    </dgm:pt>
    <dgm:pt modelId="{AD4EA7ED-ADF9-4CF3-8C5E-09EB12440D68}" type="sibTrans" cxnId="{C9170B4E-5277-46CE-A761-60C816969C22}">
      <dgm:prSet/>
      <dgm:spPr/>
      <dgm:t>
        <a:bodyPr/>
        <a:lstStyle/>
        <a:p>
          <a:endParaRPr lang="es-ES" sz="1800"/>
        </a:p>
      </dgm:t>
    </dgm:pt>
    <dgm:pt modelId="{05F50BA8-ADAF-465A-A24C-D5B5EAFDB742}">
      <dgm:prSet phldrT="[Texto]" custT="1"/>
      <dgm:spPr/>
      <dgm:t>
        <a:bodyPr/>
        <a:lstStyle/>
        <a:p>
          <a:r>
            <a:rPr lang="es-ES" sz="3600" dirty="0" err="1" smtClean="0"/>
            <a:t>Locations</a:t>
          </a:r>
          <a:endParaRPr lang="es-ES" sz="3600" dirty="0" smtClean="0"/>
        </a:p>
      </dgm:t>
    </dgm:pt>
    <dgm:pt modelId="{6154D697-280B-4063-A910-574DFE7F9F3E}" type="parTrans" cxnId="{A957574B-B810-483D-8D8C-ABE2D658B09E}">
      <dgm:prSet/>
      <dgm:spPr/>
      <dgm:t>
        <a:bodyPr/>
        <a:lstStyle/>
        <a:p>
          <a:endParaRPr lang="es-ES" sz="1800"/>
        </a:p>
      </dgm:t>
    </dgm:pt>
    <dgm:pt modelId="{3C25D66D-6055-43DE-B0E1-F63FF064B8A4}" type="sibTrans" cxnId="{A957574B-B810-483D-8D8C-ABE2D658B09E}">
      <dgm:prSet/>
      <dgm:spPr/>
      <dgm:t>
        <a:bodyPr/>
        <a:lstStyle/>
        <a:p>
          <a:endParaRPr lang="es-ES" sz="1800"/>
        </a:p>
      </dgm:t>
    </dgm:pt>
    <dgm:pt modelId="{39CEA5D0-5F75-4B88-BB23-67EF6D465C7C}">
      <dgm:prSet phldrT="[Texto]" custT="1"/>
      <dgm:spPr/>
      <dgm:t>
        <a:bodyPr/>
        <a:lstStyle/>
        <a:p>
          <a:r>
            <a:rPr lang="es-ES" sz="900" dirty="0" err="1" smtClean="0"/>
            <a:t>Directory</a:t>
          </a:r>
          <a:r>
            <a:rPr lang="es-ES" sz="900" dirty="0" smtClean="0"/>
            <a:t> (ch vector)</a:t>
          </a:r>
          <a:endParaRPr lang="es-ES" sz="900" dirty="0"/>
        </a:p>
      </dgm:t>
    </dgm:pt>
    <dgm:pt modelId="{C1DC4508-6DE8-4D91-B56D-78A6A4439E01}" type="parTrans" cxnId="{2A50747D-C3D5-402F-A67A-B26E99AADF96}">
      <dgm:prSet/>
      <dgm:spPr/>
      <dgm:t>
        <a:bodyPr/>
        <a:lstStyle/>
        <a:p>
          <a:endParaRPr lang="es-ES" sz="1800"/>
        </a:p>
      </dgm:t>
    </dgm:pt>
    <dgm:pt modelId="{EE9C2BDB-70D1-49D3-80A8-23E82A9A976C}" type="sibTrans" cxnId="{2A50747D-C3D5-402F-A67A-B26E99AADF96}">
      <dgm:prSet/>
      <dgm:spPr/>
      <dgm:t>
        <a:bodyPr/>
        <a:lstStyle/>
        <a:p>
          <a:endParaRPr lang="es-ES" sz="1800"/>
        </a:p>
      </dgm:t>
    </dgm:pt>
    <dgm:pt modelId="{FEB8FDDE-DC1A-41E3-A003-5BF61A8D3B6C}">
      <dgm:prSet phldrT="[Texto]" custT="1"/>
      <dgm:spPr/>
      <dgm:t>
        <a:bodyPr/>
        <a:lstStyle/>
        <a:p>
          <a:r>
            <a:rPr lang="es-ES" sz="900" dirty="0" err="1" smtClean="0"/>
            <a:t>Filename</a:t>
          </a:r>
          <a:r>
            <a:rPr lang="es-ES" sz="900" dirty="0" smtClean="0"/>
            <a:t> (ch vector)</a:t>
          </a:r>
          <a:endParaRPr lang="es-ES" sz="900" dirty="0"/>
        </a:p>
      </dgm:t>
    </dgm:pt>
    <dgm:pt modelId="{5B9684F1-BEC7-4D43-80DC-F97358F010BB}" type="parTrans" cxnId="{A94B1FFD-301E-458E-A526-EED65F9FA147}">
      <dgm:prSet/>
      <dgm:spPr/>
      <dgm:t>
        <a:bodyPr/>
        <a:lstStyle/>
        <a:p>
          <a:endParaRPr lang="es-ES" sz="1800"/>
        </a:p>
      </dgm:t>
    </dgm:pt>
    <dgm:pt modelId="{D8756E00-413C-4617-8A6E-3DA054AA3D55}" type="sibTrans" cxnId="{A94B1FFD-301E-458E-A526-EED65F9FA147}">
      <dgm:prSet/>
      <dgm:spPr/>
      <dgm:t>
        <a:bodyPr/>
        <a:lstStyle/>
        <a:p>
          <a:endParaRPr lang="es-ES" sz="1800"/>
        </a:p>
      </dgm:t>
    </dgm:pt>
    <dgm:pt modelId="{8BA77A42-0218-4B19-85C6-435E1B75280C}">
      <dgm:prSet phldrT="[Texto]" custT="1"/>
      <dgm:spPr/>
      <dgm:t>
        <a:bodyPr/>
        <a:lstStyle/>
        <a:p>
          <a:r>
            <a:rPr lang="es-ES" sz="900" dirty="0" err="1" smtClean="0"/>
            <a:t>Segments</a:t>
          </a:r>
          <a:endParaRPr lang="es-ES" sz="900" dirty="0" smtClean="0"/>
        </a:p>
      </dgm:t>
    </dgm:pt>
    <dgm:pt modelId="{21387297-AEFD-4F27-9DB3-1F4848A0E11E}" type="parTrans" cxnId="{923F2789-8A49-4FF4-BC53-1FDDF47A0FD6}">
      <dgm:prSet/>
      <dgm:spPr/>
      <dgm:t>
        <a:bodyPr/>
        <a:lstStyle/>
        <a:p>
          <a:endParaRPr lang="es-ES" sz="1800"/>
        </a:p>
      </dgm:t>
    </dgm:pt>
    <dgm:pt modelId="{C353CB5C-88FB-4A87-88F0-132682927F9C}" type="sibTrans" cxnId="{923F2789-8A49-4FF4-BC53-1FDDF47A0FD6}">
      <dgm:prSet/>
      <dgm:spPr/>
      <dgm:t>
        <a:bodyPr/>
        <a:lstStyle/>
        <a:p>
          <a:endParaRPr lang="es-ES" sz="1800"/>
        </a:p>
      </dgm:t>
    </dgm:pt>
    <dgm:pt modelId="{C8EE2F4D-8BE5-4BFC-B632-53B2DFE2A32A}">
      <dgm:prSet phldrT="[Texto]" custT="1"/>
      <dgm:spPr/>
      <dgm:t>
        <a:bodyPr/>
        <a:lstStyle/>
        <a:p>
          <a:r>
            <a:rPr lang="es-ES" sz="900" dirty="0" err="1" smtClean="0"/>
            <a:t>Labels</a:t>
          </a:r>
          <a:endParaRPr lang="es-ES" sz="900" dirty="0" smtClean="0"/>
        </a:p>
      </dgm:t>
    </dgm:pt>
    <dgm:pt modelId="{91B1B494-8C99-462C-A784-0D4816FDE30A}" type="parTrans" cxnId="{19B6CD49-6326-4821-9542-7D8ECFC09529}">
      <dgm:prSet/>
      <dgm:spPr/>
      <dgm:t>
        <a:bodyPr/>
        <a:lstStyle/>
        <a:p>
          <a:endParaRPr lang="es-ES" sz="1800"/>
        </a:p>
      </dgm:t>
    </dgm:pt>
    <dgm:pt modelId="{4310E89C-3E74-4A51-AF69-A3A87FE6EAD9}" type="sibTrans" cxnId="{19B6CD49-6326-4821-9542-7D8ECFC09529}">
      <dgm:prSet/>
      <dgm:spPr/>
      <dgm:t>
        <a:bodyPr/>
        <a:lstStyle/>
        <a:p>
          <a:endParaRPr lang="es-ES" sz="1800"/>
        </a:p>
      </dgm:t>
    </dgm:pt>
    <dgm:pt modelId="{16F8384F-37E4-4B17-9792-8848038E6B66}">
      <dgm:prSet phldrT="[Texto]" custT="1"/>
      <dgm:spPr/>
      <dgm:t>
        <a:bodyPr/>
        <a:lstStyle/>
        <a:p>
          <a:r>
            <a:rPr lang="es-ES" sz="900" dirty="0" err="1" smtClean="0"/>
            <a:t>Plots</a:t>
          </a:r>
          <a:endParaRPr lang="es-ES" sz="900" dirty="0" smtClean="0"/>
        </a:p>
      </dgm:t>
    </dgm:pt>
    <dgm:pt modelId="{0BE3D8C5-1DA4-4B96-89AD-CD24111400E2}" type="parTrans" cxnId="{C8679CCE-1996-4691-B57E-3F15F1DB4023}">
      <dgm:prSet/>
      <dgm:spPr/>
      <dgm:t>
        <a:bodyPr/>
        <a:lstStyle/>
        <a:p>
          <a:endParaRPr lang="es-ES" sz="1800"/>
        </a:p>
      </dgm:t>
    </dgm:pt>
    <dgm:pt modelId="{04A70F45-C94C-4B25-9796-31B3ED63AA39}" type="sibTrans" cxnId="{C8679CCE-1996-4691-B57E-3F15F1DB4023}">
      <dgm:prSet/>
      <dgm:spPr/>
      <dgm:t>
        <a:bodyPr/>
        <a:lstStyle/>
        <a:p>
          <a:endParaRPr lang="es-ES" sz="1800"/>
        </a:p>
      </dgm:t>
    </dgm:pt>
    <dgm:pt modelId="{4F9EFFE6-F095-4249-AE7F-F9B2AE3EBDC7}">
      <dgm:prSet phldrT="[Texto]" custT="1"/>
      <dgm:spPr/>
      <dgm:t>
        <a:bodyPr/>
        <a:lstStyle/>
        <a:p>
          <a:r>
            <a:rPr lang="es-ES" sz="3600" dirty="0" err="1" smtClean="0"/>
            <a:t>Interaction</a:t>
          </a:r>
          <a:endParaRPr lang="es-ES" sz="3600" dirty="0" smtClean="0"/>
        </a:p>
      </dgm:t>
    </dgm:pt>
    <dgm:pt modelId="{A82CD4DA-EF5B-4E77-8D0C-ED2C037C3D57}" type="parTrans" cxnId="{6ED7B364-7BDF-43D2-BEFC-84139174F9BD}">
      <dgm:prSet/>
      <dgm:spPr/>
      <dgm:t>
        <a:bodyPr/>
        <a:lstStyle/>
        <a:p>
          <a:endParaRPr lang="es-ES" sz="1800"/>
        </a:p>
      </dgm:t>
    </dgm:pt>
    <dgm:pt modelId="{B017A4F3-AC74-4377-91BA-179E8974A085}" type="sibTrans" cxnId="{6ED7B364-7BDF-43D2-BEFC-84139174F9BD}">
      <dgm:prSet/>
      <dgm:spPr/>
      <dgm:t>
        <a:bodyPr/>
        <a:lstStyle/>
        <a:p>
          <a:endParaRPr lang="es-ES" sz="1800"/>
        </a:p>
      </dgm:t>
    </dgm:pt>
    <dgm:pt modelId="{5AF278BE-9737-433B-96BA-DEDB2BDB6C14}">
      <dgm:prSet phldrT="[Texto]" custT="1"/>
      <dgm:spPr/>
      <dgm:t>
        <a:bodyPr/>
        <a:lstStyle/>
        <a:p>
          <a:r>
            <a:rPr lang="es-ES" sz="900" dirty="0" smtClean="0"/>
            <a:t>Commands</a:t>
          </a:r>
        </a:p>
      </dgm:t>
    </dgm:pt>
    <dgm:pt modelId="{5DD61BDF-E152-4686-9FD1-3F9A3F8CD1E6}" type="parTrans" cxnId="{1661EDFF-2118-4E0F-97FF-D1BFE38DCD59}">
      <dgm:prSet/>
      <dgm:spPr/>
      <dgm:t>
        <a:bodyPr/>
        <a:lstStyle/>
        <a:p>
          <a:endParaRPr lang="es-ES" sz="1800"/>
        </a:p>
      </dgm:t>
    </dgm:pt>
    <dgm:pt modelId="{F72CD434-6A57-4EDC-8286-DCCF0FE0C8EE}" type="sibTrans" cxnId="{1661EDFF-2118-4E0F-97FF-D1BFE38DCD59}">
      <dgm:prSet/>
      <dgm:spPr/>
      <dgm:t>
        <a:bodyPr/>
        <a:lstStyle/>
        <a:p>
          <a:endParaRPr lang="es-ES" sz="1800"/>
        </a:p>
      </dgm:t>
    </dgm:pt>
    <dgm:pt modelId="{E44BC030-4405-46FB-B77F-804F8EEC78F8}">
      <dgm:prSet phldrT="[Texto]" custT="1"/>
      <dgm:spPr/>
      <dgm:t>
        <a:bodyPr/>
        <a:lstStyle/>
        <a:p>
          <a:r>
            <a:rPr lang="es-ES" sz="900" dirty="0" err="1" smtClean="0"/>
            <a:t>Descriptions</a:t>
          </a:r>
          <a:endParaRPr lang="es-ES" sz="900" dirty="0" smtClean="0"/>
        </a:p>
      </dgm:t>
    </dgm:pt>
    <dgm:pt modelId="{01BEF543-C0BE-406C-B575-678C99FF7098}" type="parTrans" cxnId="{1F953FF3-5EB0-4A29-A4D3-65A9D03E3568}">
      <dgm:prSet/>
      <dgm:spPr/>
      <dgm:t>
        <a:bodyPr/>
        <a:lstStyle/>
        <a:p>
          <a:endParaRPr lang="es-ES" sz="1800"/>
        </a:p>
      </dgm:t>
    </dgm:pt>
    <dgm:pt modelId="{8FC9BCA8-B725-490B-B778-70547F08EC03}" type="sibTrans" cxnId="{1F953FF3-5EB0-4A29-A4D3-65A9D03E3568}">
      <dgm:prSet/>
      <dgm:spPr/>
      <dgm:t>
        <a:bodyPr/>
        <a:lstStyle/>
        <a:p>
          <a:endParaRPr lang="es-ES" sz="1800"/>
        </a:p>
      </dgm:t>
    </dgm:pt>
    <dgm:pt modelId="{F3C5D86A-A927-42B0-8E85-C6B6D2CC134A}">
      <dgm:prSet phldrT="[Texto]" custT="1"/>
      <dgm:spPr/>
      <dgm:t>
        <a:bodyPr/>
        <a:lstStyle/>
        <a:p>
          <a:r>
            <a:rPr lang="es-ES" sz="900" dirty="0" err="1" smtClean="0">
              <a:solidFill>
                <a:srgbClr val="1F65B7"/>
              </a:solidFill>
            </a:rPr>
            <a:t>Token</a:t>
          </a:r>
          <a:r>
            <a:rPr lang="es-ES" sz="900" dirty="0" smtClean="0"/>
            <a:t> (ch)</a:t>
          </a:r>
          <a:endParaRPr lang="es-ES" sz="900" dirty="0"/>
        </a:p>
      </dgm:t>
    </dgm:pt>
    <dgm:pt modelId="{7A48B06B-FC7F-44C4-A15A-66F426364685}" type="parTrans" cxnId="{EE954BEA-716A-4E03-9921-77298046A485}">
      <dgm:prSet/>
      <dgm:spPr/>
      <dgm:t>
        <a:bodyPr/>
        <a:lstStyle/>
        <a:p>
          <a:endParaRPr lang="es-ES" sz="1800"/>
        </a:p>
      </dgm:t>
    </dgm:pt>
    <dgm:pt modelId="{E2FB5EE4-BA04-47E0-908A-9615F8022CC0}" type="sibTrans" cxnId="{EE954BEA-716A-4E03-9921-77298046A485}">
      <dgm:prSet/>
      <dgm:spPr/>
      <dgm:t>
        <a:bodyPr/>
        <a:lstStyle/>
        <a:p>
          <a:endParaRPr lang="es-ES" sz="1800"/>
        </a:p>
      </dgm:t>
    </dgm:pt>
    <dgm:pt modelId="{E617F741-B9C5-41D5-9A14-FD388C612618}">
      <dgm:prSet phldrT="[Texto]" custT="1"/>
      <dgm:spPr/>
      <dgm:t>
        <a:bodyPr/>
        <a:lstStyle/>
        <a:p>
          <a:r>
            <a:rPr lang="es-ES" sz="900" dirty="0" smtClean="0"/>
            <a:t>Settings </a:t>
          </a:r>
          <a:r>
            <a:rPr lang="es-ES" sz="900" dirty="0" err="1" smtClean="0"/>
            <a:t>directory</a:t>
          </a:r>
          <a:r>
            <a:rPr lang="es-ES" sz="900" dirty="0" smtClean="0"/>
            <a:t> (ch)</a:t>
          </a:r>
          <a:endParaRPr lang="es-ES" sz="900" dirty="0"/>
        </a:p>
      </dgm:t>
    </dgm:pt>
    <dgm:pt modelId="{8260B9D7-3023-4248-A834-65BF28A9141B}" type="parTrans" cxnId="{847B558E-591D-4F84-B93A-B7709917D81A}">
      <dgm:prSet/>
      <dgm:spPr/>
      <dgm:t>
        <a:bodyPr/>
        <a:lstStyle/>
        <a:p>
          <a:endParaRPr lang="es-ES" sz="1800"/>
        </a:p>
      </dgm:t>
    </dgm:pt>
    <dgm:pt modelId="{68A31DCE-71C7-48CF-919D-B9D40B8A5237}" type="sibTrans" cxnId="{847B558E-591D-4F84-B93A-B7709917D81A}">
      <dgm:prSet/>
      <dgm:spPr/>
      <dgm:t>
        <a:bodyPr/>
        <a:lstStyle/>
        <a:p>
          <a:endParaRPr lang="es-ES" sz="1800"/>
        </a:p>
      </dgm:t>
    </dgm:pt>
    <dgm:pt modelId="{4E7CF895-5F2C-4DE3-BB15-7DE7A858DFE8}">
      <dgm:prSet phldrT="[Texto]" custT="1"/>
      <dgm:spPr/>
      <dgm:t>
        <a:bodyPr/>
        <a:lstStyle/>
        <a:p>
          <a:r>
            <a:rPr lang="es-ES" sz="900" dirty="0" err="1" smtClean="0"/>
            <a:t>Basemap</a:t>
          </a:r>
          <a:endParaRPr lang="es-ES" sz="900" dirty="0" smtClean="0"/>
        </a:p>
      </dgm:t>
    </dgm:pt>
    <dgm:pt modelId="{A9460343-0CB6-4A5C-9A10-09CC07DC95CA}" type="parTrans" cxnId="{43385682-F3E1-4357-82B1-5B2EAB55B61D}">
      <dgm:prSet/>
      <dgm:spPr/>
      <dgm:t>
        <a:bodyPr/>
        <a:lstStyle/>
        <a:p>
          <a:endParaRPr lang="es-ES"/>
        </a:p>
      </dgm:t>
    </dgm:pt>
    <dgm:pt modelId="{BBB8B755-E5A9-4C8B-958B-C3F060945090}" type="sibTrans" cxnId="{43385682-F3E1-4357-82B1-5B2EAB55B61D}">
      <dgm:prSet/>
      <dgm:spPr/>
      <dgm:t>
        <a:bodyPr/>
        <a:lstStyle/>
        <a:p>
          <a:endParaRPr lang="es-ES"/>
        </a:p>
      </dgm:t>
    </dgm:pt>
    <dgm:pt modelId="{F25C5BA0-43A1-4E23-A93C-94EE9F451761}" type="pres">
      <dgm:prSet presAssocID="{04282FC5-C61B-4B03-93AF-0B21D81271AC}" presName="vert0" presStyleCnt="0">
        <dgm:presLayoutVars>
          <dgm:dir/>
          <dgm:animOne val="branch"/>
          <dgm:animLvl val="lvl"/>
        </dgm:presLayoutVars>
      </dgm:prSet>
      <dgm:spPr/>
      <dgm:t>
        <a:bodyPr/>
        <a:lstStyle/>
        <a:p>
          <a:endParaRPr lang="es-ES"/>
        </a:p>
      </dgm:t>
    </dgm:pt>
    <dgm:pt modelId="{1B81C695-80C4-440B-83C9-AE68D4EB4F68}" type="pres">
      <dgm:prSet presAssocID="{9C74399D-0A7E-489C-812C-1B16F7639144}" presName="thickLine" presStyleLbl="alignNode1" presStyleIdx="0" presStyleCnt="1"/>
      <dgm:spPr/>
    </dgm:pt>
    <dgm:pt modelId="{D8F7E7FC-0986-4FB7-9B5C-D0D83ECCE748}" type="pres">
      <dgm:prSet presAssocID="{9C74399D-0A7E-489C-812C-1B16F7639144}" presName="horz1" presStyleCnt="0"/>
      <dgm:spPr/>
    </dgm:pt>
    <dgm:pt modelId="{88866C65-E138-4006-96DF-3100137E70D8}" type="pres">
      <dgm:prSet presAssocID="{9C74399D-0A7E-489C-812C-1B16F7639144}" presName="tx1" presStyleLbl="revTx" presStyleIdx="0" presStyleCnt="24" custScaleX="159615"/>
      <dgm:spPr/>
      <dgm:t>
        <a:bodyPr/>
        <a:lstStyle/>
        <a:p>
          <a:endParaRPr lang="es-ES"/>
        </a:p>
      </dgm:t>
    </dgm:pt>
    <dgm:pt modelId="{7527B078-58A0-41A3-8D61-C5C01ECAFFF9}" type="pres">
      <dgm:prSet presAssocID="{9C74399D-0A7E-489C-812C-1B16F7639144}" presName="vert1" presStyleCnt="0"/>
      <dgm:spPr/>
    </dgm:pt>
    <dgm:pt modelId="{FE7E43A1-E4B9-4861-8696-431C65CA0194}" type="pres">
      <dgm:prSet presAssocID="{395415A5-D912-4C71-A543-327AD5BE167E}" presName="vertSpace2a" presStyleCnt="0"/>
      <dgm:spPr/>
    </dgm:pt>
    <dgm:pt modelId="{D15BD57F-1E5C-4C51-9A45-C31014122FA3}" type="pres">
      <dgm:prSet presAssocID="{395415A5-D912-4C71-A543-327AD5BE167E}" presName="horz2" presStyleCnt="0"/>
      <dgm:spPr/>
    </dgm:pt>
    <dgm:pt modelId="{89B35A9C-010D-4B0E-9717-ADD23052A5E5}" type="pres">
      <dgm:prSet presAssocID="{395415A5-D912-4C71-A543-327AD5BE167E}" presName="horzSpace2" presStyleCnt="0"/>
      <dgm:spPr/>
    </dgm:pt>
    <dgm:pt modelId="{5EAAF32C-A069-42FE-A67E-F73DD3EB91D2}" type="pres">
      <dgm:prSet presAssocID="{395415A5-D912-4C71-A543-327AD5BE167E}" presName="tx2" presStyleLbl="revTx" presStyleIdx="1" presStyleCnt="24"/>
      <dgm:spPr/>
      <dgm:t>
        <a:bodyPr/>
        <a:lstStyle/>
        <a:p>
          <a:endParaRPr lang="es-ES"/>
        </a:p>
      </dgm:t>
    </dgm:pt>
    <dgm:pt modelId="{5D57A079-52B7-4785-9308-5E4A03C52711}" type="pres">
      <dgm:prSet presAssocID="{395415A5-D912-4C71-A543-327AD5BE167E}" presName="vert2" presStyleCnt="0"/>
      <dgm:spPr/>
    </dgm:pt>
    <dgm:pt modelId="{DFE5376E-C61C-4979-95B1-F0A8643CA631}" type="pres">
      <dgm:prSet presAssocID="{F3C5D86A-A927-42B0-8E85-C6B6D2CC134A}" presName="horz3" presStyleCnt="0"/>
      <dgm:spPr/>
    </dgm:pt>
    <dgm:pt modelId="{71FCA84F-2F7C-4F42-A2C5-54FBA65B0E69}" type="pres">
      <dgm:prSet presAssocID="{F3C5D86A-A927-42B0-8E85-C6B6D2CC134A}" presName="horzSpace3" presStyleCnt="0"/>
      <dgm:spPr/>
    </dgm:pt>
    <dgm:pt modelId="{CC77248F-2C44-4D3B-A97B-9011369E9393}" type="pres">
      <dgm:prSet presAssocID="{F3C5D86A-A927-42B0-8E85-C6B6D2CC134A}" presName="tx3" presStyleLbl="revTx" presStyleIdx="2" presStyleCnt="24"/>
      <dgm:spPr/>
      <dgm:t>
        <a:bodyPr/>
        <a:lstStyle/>
        <a:p>
          <a:endParaRPr lang="es-ES"/>
        </a:p>
      </dgm:t>
    </dgm:pt>
    <dgm:pt modelId="{28E8EF95-3146-42C9-87D2-73CD4549BC5D}" type="pres">
      <dgm:prSet presAssocID="{F3C5D86A-A927-42B0-8E85-C6B6D2CC134A}" presName="vert3" presStyleCnt="0"/>
      <dgm:spPr/>
    </dgm:pt>
    <dgm:pt modelId="{7FFA893A-235C-4953-AE04-CDD9D3396B49}" type="pres">
      <dgm:prSet presAssocID="{E2FB5EE4-BA04-47E0-908A-9615F8022CC0}" presName="thinLine3" presStyleLbl="callout" presStyleIdx="0" presStyleCnt="17"/>
      <dgm:spPr/>
    </dgm:pt>
    <dgm:pt modelId="{DCF432FD-D0B7-48D2-A46A-169877A38D0A}" type="pres">
      <dgm:prSet presAssocID="{C4621E7C-1136-40E2-8757-997FEEB51DE8}" presName="horz3" presStyleCnt="0"/>
      <dgm:spPr/>
    </dgm:pt>
    <dgm:pt modelId="{C19D1787-7B8F-44D1-B578-1E6D3264154B}" type="pres">
      <dgm:prSet presAssocID="{C4621E7C-1136-40E2-8757-997FEEB51DE8}" presName="horzSpace3" presStyleCnt="0"/>
      <dgm:spPr/>
    </dgm:pt>
    <dgm:pt modelId="{DBDB74F6-A61A-4E13-A109-072DD03AD140}" type="pres">
      <dgm:prSet presAssocID="{C4621E7C-1136-40E2-8757-997FEEB51DE8}" presName="tx3" presStyleLbl="revTx" presStyleIdx="3" presStyleCnt="24"/>
      <dgm:spPr/>
      <dgm:t>
        <a:bodyPr/>
        <a:lstStyle/>
        <a:p>
          <a:endParaRPr lang="es-ES"/>
        </a:p>
      </dgm:t>
    </dgm:pt>
    <dgm:pt modelId="{E97063B2-50BD-4414-A2C3-26DBD0DC81F0}" type="pres">
      <dgm:prSet presAssocID="{C4621E7C-1136-40E2-8757-997FEEB51DE8}" presName="vert3" presStyleCnt="0"/>
      <dgm:spPr/>
    </dgm:pt>
    <dgm:pt modelId="{766B48CE-2E6D-4831-97CF-63FA9745276F}" type="pres">
      <dgm:prSet presAssocID="{F4FA0080-9C2D-4F0A-B729-603821FC297C}" presName="thinLine3" presStyleLbl="callout" presStyleIdx="1" presStyleCnt="17"/>
      <dgm:spPr/>
    </dgm:pt>
    <dgm:pt modelId="{BCD5EFED-9217-4875-A1AF-F5375FF3A781}" type="pres">
      <dgm:prSet presAssocID="{B04C27D3-2EC7-4BB1-826E-055911F67CE8}" presName="horz3" presStyleCnt="0"/>
      <dgm:spPr/>
    </dgm:pt>
    <dgm:pt modelId="{5B1BD450-61EC-4BE7-AD40-D43D144963A0}" type="pres">
      <dgm:prSet presAssocID="{B04C27D3-2EC7-4BB1-826E-055911F67CE8}" presName="horzSpace3" presStyleCnt="0"/>
      <dgm:spPr/>
    </dgm:pt>
    <dgm:pt modelId="{E6CBE93C-86F5-44C8-8FED-3E8B3B11B55A}" type="pres">
      <dgm:prSet presAssocID="{B04C27D3-2EC7-4BB1-826E-055911F67CE8}" presName="tx3" presStyleLbl="revTx" presStyleIdx="4" presStyleCnt="24"/>
      <dgm:spPr/>
      <dgm:t>
        <a:bodyPr/>
        <a:lstStyle/>
        <a:p>
          <a:endParaRPr lang="es-ES"/>
        </a:p>
      </dgm:t>
    </dgm:pt>
    <dgm:pt modelId="{5A08029A-8115-42A9-8FB1-88E93A216095}" type="pres">
      <dgm:prSet presAssocID="{B04C27D3-2EC7-4BB1-826E-055911F67CE8}" presName="vert3" presStyleCnt="0"/>
      <dgm:spPr/>
    </dgm:pt>
    <dgm:pt modelId="{4140DEAA-C3F4-4F65-9F7E-17552015D16C}" type="pres">
      <dgm:prSet presAssocID="{669B1BD9-4821-4E32-B78F-3CC1FDD75922}" presName="thinLine3" presStyleLbl="callout" presStyleIdx="2" presStyleCnt="17"/>
      <dgm:spPr/>
    </dgm:pt>
    <dgm:pt modelId="{A7C26F23-7A47-4C45-A3DA-A234184A46F0}" type="pres">
      <dgm:prSet presAssocID="{E617F741-B9C5-41D5-9A14-FD388C612618}" presName="horz3" presStyleCnt="0"/>
      <dgm:spPr/>
    </dgm:pt>
    <dgm:pt modelId="{DCE4B493-342C-42D1-BB3B-D8AF7F1D7823}" type="pres">
      <dgm:prSet presAssocID="{E617F741-B9C5-41D5-9A14-FD388C612618}" presName="horzSpace3" presStyleCnt="0"/>
      <dgm:spPr/>
    </dgm:pt>
    <dgm:pt modelId="{DB25622D-6582-415F-83FC-504F8DE5C3A2}" type="pres">
      <dgm:prSet presAssocID="{E617F741-B9C5-41D5-9A14-FD388C612618}" presName="tx3" presStyleLbl="revTx" presStyleIdx="5" presStyleCnt="24"/>
      <dgm:spPr/>
      <dgm:t>
        <a:bodyPr/>
        <a:lstStyle/>
        <a:p>
          <a:endParaRPr lang="es-ES"/>
        </a:p>
      </dgm:t>
    </dgm:pt>
    <dgm:pt modelId="{E4D5ABF2-2EBD-444A-A246-2D6F53468CF6}" type="pres">
      <dgm:prSet presAssocID="{E617F741-B9C5-41D5-9A14-FD388C612618}" presName="vert3" presStyleCnt="0"/>
      <dgm:spPr/>
    </dgm:pt>
    <dgm:pt modelId="{12161794-1D0C-49A8-9FF3-2EE4E1519F7F}" type="pres">
      <dgm:prSet presAssocID="{395415A5-D912-4C71-A543-327AD5BE167E}" presName="thinLine2b" presStyleLbl="callout" presStyleIdx="3" presStyleCnt="17"/>
      <dgm:spPr/>
    </dgm:pt>
    <dgm:pt modelId="{9E19FCB5-64E2-4A2B-9E1C-6DBD6B5E516E}" type="pres">
      <dgm:prSet presAssocID="{395415A5-D912-4C71-A543-327AD5BE167E}" presName="vertSpace2b" presStyleCnt="0"/>
      <dgm:spPr/>
    </dgm:pt>
    <dgm:pt modelId="{692641B0-A3E9-4F90-A16A-5ACF8C337143}" type="pres">
      <dgm:prSet presAssocID="{C7243818-6708-431E-9799-F9CA9A546711}" presName="horz2" presStyleCnt="0"/>
      <dgm:spPr/>
    </dgm:pt>
    <dgm:pt modelId="{239B9120-02FE-439D-A579-A07D1CA9574B}" type="pres">
      <dgm:prSet presAssocID="{C7243818-6708-431E-9799-F9CA9A546711}" presName="horzSpace2" presStyleCnt="0"/>
      <dgm:spPr/>
    </dgm:pt>
    <dgm:pt modelId="{452C2E4F-6ED3-4109-A984-52CF0C333BBA}" type="pres">
      <dgm:prSet presAssocID="{C7243818-6708-431E-9799-F9CA9A546711}" presName="tx2" presStyleLbl="revTx" presStyleIdx="6" presStyleCnt="24"/>
      <dgm:spPr/>
      <dgm:t>
        <a:bodyPr/>
        <a:lstStyle/>
        <a:p>
          <a:endParaRPr lang="es-ES"/>
        </a:p>
      </dgm:t>
    </dgm:pt>
    <dgm:pt modelId="{1E4D4860-2EB5-46ED-A632-3C9BD446BF59}" type="pres">
      <dgm:prSet presAssocID="{C7243818-6708-431E-9799-F9CA9A546711}" presName="vert2" presStyleCnt="0"/>
      <dgm:spPr/>
    </dgm:pt>
    <dgm:pt modelId="{FA138867-B55B-4F19-B077-391517A36356}" type="pres">
      <dgm:prSet presAssocID="{A69890EE-DE80-4CB8-B9E7-1D32C08AB501}" presName="horz3" presStyleCnt="0"/>
      <dgm:spPr/>
    </dgm:pt>
    <dgm:pt modelId="{68E5E3EA-49C4-4D4A-9B0A-42E0B9D4FC71}" type="pres">
      <dgm:prSet presAssocID="{A69890EE-DE80-4CB8-B9E7-1D32C08AB501}" presName="horzSpace3" presStyleCnt="0"/>
      <dgm:spPr/>
    </dgm:pt>
    <dgm:pt modelId="{F73FA465-7AE2-4641-B978-A3F55242C37B}" type="pres">
      <dgm:prSet presAssocID="{A69890EE-DE80-4CB8-B9E7-1D32C08AB501}" presName="tx3" presStyleLbl="revTx" presStyleIdx="7" presStyleCnt="24"/>
      <dgm:spPr/>
      <dgm:t>
        <a:bodyPr/>
        <a:lstStyle/>
        <a:p>
          <a:endParaRPr lang="es-ES"/>
        </a:p>
      </dgm:t>
    </dgm:pt>
    <dgm:pt modelId="{C6D7D955-5BAF-4081-8BED-0E7108160DF8}" type="pres">
      <dgm:prSet presAssocID="{A69890EE-DE80-4CB8-B9E7-1D32C08AB501}" presName="vert3" presStyleCnt="0"/>
      <dgm:spPr/>
    </dgm:pt>
    <dgm:pt modelId="{FEE7EEBA-1D98-46F8-AFDB-87D825952898}" type="pres">
      <dgm:prSet presAssocID="{B7E9D84D-4C35-43D9-99CF-6E4E221FE65B}" presName="thinLine3" presStyleLbl="callout" presStyleIdx="4" presStyleCnt="17"/>
      <dgm:spPr/>
    </dgm:pt>
    <dgm:pt modelId="{2AFCD1B2-3890-4A69-A22F-7600E13156BC}" type="pres">
      <dgm:prSet presAssocID="{462DAFB3-3622-4C7C-9519-AFFE2B804F71}" presName="horz3" presStyleCnt="0"/>
      <dgm:spPr/>
    </dgm:pt>
    <dgm:pt modelId="{E033ADF5-610B-4EEF-BB47-86E51F0589E4}" type="pres">
      <dgm:prSet presAssocID="{462DAFB3-3622-4C7C-9519-AFFE2B804F71}" presName="horzSpace3" presStyleCnt="0"/>
      <dgm:spPr/>
    </dgm:pt>
    <dgm:pt modelId="{1713ACD4-689E-41F2-8E78-F44A0061895D}" type="pres">
      <dgm:prSet presAssocID="{462DAFB3-3622-4C7C-9519-AFFE2B804F71}" presName="tx3" presStyleLbl="revTx" presStyleIdx="8" presStyleCnt="24"/>
      <dgm:spPr/>
      <dgm:t>
        <a:bodyPr/>
        <a:lstStyle/>
        <a:p>
          <a:endParaRPr lang="es-ES"/>
        </a:p>
      </dgm:t>
    </dgm:pt>
    <dgm:pt modelId="{6D7A10D0-3D6A-4938-BB79-2C62C787885D}" type="pres">
      <dgm:prSet presAssocID="{462DAFB3-3622-4C7C-9519-AFFE2B804F71}" presName="vert3" presStyleCnt="0"/>
      <dgm:spPr/>
    </dgm:pt>
    <dgm:pt modelId="{62319553-FC13-4300-8D08-D2F293A42931}" type="pres">
      <dgm:prSet presAssocID="{38E7B5DB-BA9C-42FA-9958-ACC98C2424B5}" presName="thinLine3" presStyleLbl="callout" presStyleIdx="5" presStyleCnt="17"/>
      <dgm:spPr/>
    </dgm:pt>
    <dgm:pt modelId="{CEB095F0-B087-45B0-BF3C-58130A2B2955}" type="pres">
      <dgm:prSet presAssocID="{8C349B2E-D4F5-49A9-A741-1D0750321CCE}" presName="horz3" presStyleCnt="0"/>
      <dgm:spPr/>
    </dgm:pt>
    <dgm:pt modelId="{B71F847F-D722-414A-BB9C-0ACD8CAF77C1}" type="pres">
      <dgm:prSet presAssocID="{8C349B2E-D4F5-49A9-A741-1D0750321CCE}" presName="horzSpace3" presStyleCnt="0"/>
      <dgm:spPr/>
    </dgm:pt>
    <dgm:pt modelId="{DADFDC68-9E69-409A-B3DB-D57AD01DD6F2}" type="pres">
      <dgm:prSet presAssocID="{8C349B2E-D4F5-49A9-A741-1D0750321CCE}" presName="tx3" presStyleLbl="revTx" presStyleIdx="9" presStyleCnt="24"/>
      <dgm:spPr/>
      <dgm:t>
        <a:bodyPr/>
        <a:lstStyle/>
        <a:p>
          <a:endParaRPr lang="es-ES"/>
        </a:p>
      </dgm:t>
    </dgm:pt>
    <dgm:pt modelId="{0B8D0D98-D4C7-4F8C-B07F-76EB8A6A2434}" type="pres">
      <dgm:prSet presAssocID="{8C349B2E-D4F5-49A9-A741-1D0750321CCE}" presName="vert3" presStyleCnt="0"/>
      <dgm:spPr/>
    </dgm:pt>
    <dgm:pt modelId="{E11F0153-BAC9-475D-83DD-47C8E559742E}" type="pres">
      <dgm:prSet presAssocID="{C7243818-6708-431E-9799-F9CA9A546711}" presName="thinLine2b" presStyleLbl="callout" presStyleIdx="6" presStyleCnt="17"/>
      <dgm:spPr/>
    </dgm:pt>
    <dgm:pt modelId="{92DD9E66-3AD0-434D-A4A0-522C2E2AF971}" type="pres">
      <dgm:prSet presAssocID="{C7243818-6708-431E-9799-F9CA9A546711}" presName="vertSpace2b" presStyleCnt="0"/>
      <dgm:spPr/>
    </dgm:pt>
    <dgm:pt modelId="{C8CF04FB-9647-44F7-AE10-BA481584B107}" type="pres">
      <dgm:prSet presAssocID="{0BE0A3A6-DAAA-42D0-946B-30B014B92F71}" presName="horz2" presStyleCnt="0"/>
      <dgm:spPr/>
    </dgm:pt>
    <dgm:pt modelId="{1920C24B-5210-472A-A649-70AF973530EE}" type="pres">
      <dgm:prSet presAssocID="{0BE0A3A6-DAAA-42D0-946B-30B014B92F71}" presName="horzSpace2" presStyleCnt="0"/>
      <dgm:spPr/>
    </dgm:pt>
    <dgm:pt modelId="{60E7A99F-292B-498C-99B8-E2ADA67345D1}" type="pres">
      <dgm:prSet presAssocID="{0BE0A3A6-DAAA-42D0-946B-30B014B92F71}" presName="tx2" presStyleLbl="revTx" presStyleIdx="10" presStyleCnt="24"/>
      <dgm:spPr/>
      <dgm:t>
        <a:bodyPr/>
        <a:lstStyle/>
        <a:p>
          <a:endParaRPr lang="es-ES"/>
        </a:p>
      </dgm:t>
    </dgm:pt>
    <dgm:pt modelId="{4D0B4F17-C013-4215-814B-CE3051570652}" type="pres">
      <dgm:prSet presAssocID="{0BE0A3A6-DAAA-42D0-946B-30B014B92F71}" presName="vert2" presStyleCnt="0"/>
      <dgm:spPr/>
    </dgm:pt>
    <dgm:pt modelId="{A2CC91F1-6BAD-46CC-826E-D934F3F5A6A4}" type="pres">
      <dgm:prSet presAssocID="{39CEA5D0-5F75-4B88-BB23-67EF6D465C7C}" presName="horz3" presStyleCnt="0"/>
      <dgm:spPr/>
    </dgm:pt>
    <dgm:pt modelId="{02C28049-F03F-4CAC-9D05-11CDFA8C0095}" type="pres">
      <dgm:prSet presAssocID="{39CEA5D0-5F75-4B88-BB23-67EF6D465C7C}" presName="horzSpace3" presStyleCnt="0"/>
      <dgm:spPr/>
    </dgm:pt>
    <dgm:pt modelId="{BE6C2580-050E-441A-B7D8-7A22228E1181}" type="pres">
      <dgm:prSet presAssocID="{39CEA5D0-5F75-4B88-BB23-67EF6D465C7C}" presName="tx3" presStyleLbl="revTx" presStyleIdx="11" presStyleCnt="24"/>
      <dgm:spPr/>
      <dgm:t>
        <a:bodyPr/>
        <a:lstStyle/>
        <a:p>
          <a:endParaRPr lang="es-ES"/>
        </a:p>
      </dgm:t>
    </dgm:pt>
    <dgm:pt modelId="{93A04588-9556-4FED-B39D-0C8F106EB4B1}" type="pres">
      <dgm:prSet presAssocID="{39CEA5D0-5F75-4B88-BB23-67EF6D465C7C}" presName="vert3" presStyleCnt="0"/>
      <dgm:spPr/>
    </dgm:pt>
    <dgm:pt modelId="{AFBEBDA7-388D-44C4-B8D2-789AE74F4051}" type="pres">
      <dgm:prSet presAssocID="{EE9C2BDB-70D1-49D3-80A8-23E82A9A976C}" presName="thinLine3" presStyleLbl="callout" presStyleIdx="7" presStyleCnt="17"/>
      <dgm:spPr/>
    </dgm:pt>
    <dgm:pt modelId="{17AFB2CC-F763-4E0A-A570-4039F6F1B898}" type="pres">
      <dgm:prSet presAssocID="{FEB8FDDE-DC1A-41E3-A003-5BF61A8D3B6C}" presName="horz3" presStyleCnt="0"/>
      <dgm:spPr/>
    </dgm:pt>
    <dgm:pt modelId="{5C25AE8D-43CE-4B3B-992C-CBF4806A1BFE}" type="pres">
      <dgm:prSet presAssocID="{FEB8FDDE-DC1A-41E3-A003-5BF61A8D3B6C}" presName="horzSpace3" presStyleCnt="0"/>
      <dgm:spPr/>
    </dgm:pt>
    <dgm:pt modelId="{E7320A32-2ECA-4DBF-8D5A-D6868542B290}" type="pres">
      <dgm:prSet presAssocID="{FEB8FDDE-DC1A-41E3-A003-5BF61A8D3B6C}" presName="tx3" presStyleLbl="revTx" presStyleIdx="12" presStyleCnt="24"/>
      <dgm:spPr/>
      <dgm:t>
        <a:bodyPr/>
        <a:lstStyle/>
        <a:p>
          <a:endParaRPr lang="es-ES"/>
        </a:p>
      </dgm:t>
    </dgm:pt>
    <dgm:pt modelId="{F2D12BDB-376C-454C-851D-5007CBDFC95C}" type="pres">
      <dgm:prSet presAssocID="{FEB8FDDE-DC1A-41E3-A003-5BF61A8D3B6C}" presName="vert3" presStyleCnt="0"/>
      <dgm:spPr/>
    </dgm:pt>
    <dgm:pt modelId="{4448F87C-6F1F-4339-A061-75AF9BE78CCC}" type="pres">
      <dgm:prSet presAssocID="{0BE0A3A6-DAAA-42D0-946B-30B014B92F71}" presName="thinLine2b" presStyleLbl="callout" presStyleIdx="8" presStyleCnt="17"/>
      <dgm:spPr/>
    </dgm:pt>
    <dgm:pt modelId="{370181F6-F7EE-4D22-AC09-39656DB9FE27}" type="pres">
      <dgm:prSet presAssocID="{0BE0A3A6-DAAA-42D0-946B-30B014B92F71}" presName="vertSpace2b" presStyleCnt="0"/>
      <dgm:spPr/>
    </dgm:pt>
    <dgm:pt modelId="{19CD3C58-95E6-4550-B966-B5DE66245E81}" type="pres">
      <dgm:prSet presAssocID="{64DF37BA-68EA-4C2A-9226-943E87E1322E}" presName="horz2" presStyleCnt="0"/>
      <dgm:spPr/>
    </dgm:pt>
    <dgm:pt modelId="{7B04CA34-487A-4984-9F47-BBBCB35714DA}" type="pres">
      <dgm:prSet presAssocID="{64DF37BA-68EA-4C2A-9226-943E87E1322E}" presName="horzSpace2" presStyleCnt="0"/>
      <dgm:spPr/>
    </dgm:pt>
    <dgm:pt modelId="{27E70328-DFDE-4827-95C1-5956C4D0EE08}" type="pres">
      <dgm:prSet presAssocID="{64DF37BA-68EA-4C2A-9226-943E87E1322E}" presName="tx2" presStyleLbl="revTx" presStyleIdx="13" presStyleCnt="24"/>
      <dgm:spPr/>
      <dgm:t>
        <a:bodyPr/>
        <a:lstStyle/>
        <a:p>
          <a:endParaRPr lang="es-ES"/>
        </a:p>
      </dgm:t>
    </dgm:pt>
    <dgm:pt modelId="{1917C051-4375-49BE-A367-97E8C6D60694}" type="pres">
      <dgm:prSet presAssocID="{64DF37BA-68EA-4C2A-9226-943E87E1322E}" presName="vert2" presStyleCnt="0"/>
      <dgm:spPr/>
    </dgm:pt>
    <dgm:pt modelId="{C360536A-25AE-4697-94B0-41FF3F51D375}" type="pres">
      <dgm:prSet presAssocID="{11ACC0A4-7BAD-4773-8FB4-66F7B30963ED}" presName="horz3" presStyleCnt="0"/>
      <dgm:spPr/>
    </dgm:pt>
    <dgm:pt modelId="{85FB76FC-12F3-4990-A4E9-E9CEA97DD2D4}" type="pres">
      <dgm:prSet presAssocID="{11ACC0A4-7BAD-4773-8FB4-66F7B30963ED}" presName="horzSpace3" presStyleCnt="0"/>
      <dgm:spPr/>
    </dgm:pt>
    <dgm:pt modelId="{2EAAC23D-1B5B-47D2-8E6D-C208E5066A1A}" type="pres">
      <dgm:prSet presAssocID="{11ACC0A4-7BAD-4773-8FB4-66F7B30963ED}" presName="tx3" presStyleLbl="revTx" presStyleIdx="14" presStyleCnt="24"/>
      <dgm:spPr/>
      <dgm:t>
        <a:bodyPr/>
        <a:lstStyle/>
        <a:p>
          <a:endParaRPr lang="es-ES"/>
        </a:p>
      </dgm:t>
    </dgm:pt>
    <dgm:pt modelId="{598D5758-1526-4216-81E5-213724F75104}" type="pres">
      <dgm:prSet presAssocID="{11ACC0A4-7BAD-4773-8FB4-66F7B30963ED}" presName="vert3" presStyleCnt="0"/>
      <dgm:spPr/>
    </dgm:pt>
    <dgm:pt modelId="{F9A54AE0-A956-46B9-987F-2413C18F23C4}" type="pres">
      <dgm:prSet presAssocID="{6B8F11B9-A0B5-4D77-99B8-31EC1AB269EE}" presName="thinLine3" presStyleLbl="callout" presStyleIdx="9" presStyleCnt="17"/>
      <dgm:spPr/>
    </dgm:pt>
    <dgm:pt modelId="{9E6DE872-7E22-46E8-8F6E-46A8B8905B38}" type="pres">
      <dgm:prSet presAssocID="{4616279C-5972-4956-8330-D069EC119A07}" presName="horz3" presStyleCnt="0"/>
      <dgm:spPr/>
    </dgm:pt>
    <dgm:pt modelId="{B3E70284-BB77-46DD-9F1C-F9C756BC2D84}" type="pres">
      <dgm:prSet presAssocID="{4616279C-5972-4956-8330-D069EC119A07}" presName="horzSpace3" presStyleCnt="0"/>
      <dgm:spPr/>
    </dgm:pt>
    <dgm:pt modelId="{893BDAC4-E1FC-4425-B52C-91BC1FDFE88B}" type="pres">
      <dgm:prSet presAssocID="{4616279C-5972-4956-8330-D069EC119A07}" presName="tx3" presStyleLbl="revTx" presStyleIdx="15" presStyleCnt="24"/>
      <dgm:spPr/>
      <dgm:t>
        <a:bodyPr/>
        <a:lstStyle/>
        <a:p>
          <a:endParaRPr lang="es-ES"/>
        </a:p>
      </dgm:t>
    </dgm:pt>
    <dgm:pt modelId="{7F224295-30C7-4C6E-8389-746CAFF903D2}" type="pres">
      <dgm:prSet presAssocID="{4616279C-5972-4956-8330-D069EC119A07}" presName="vert3" presStyleCnt="0"/>
      <dgm:spPr/>
    </dgm:pt>
    <dgm:pt modelId="{5E9A1705-F9CC-482D-AF3C-C38953AA4C5B}" type="pres">
      <dgm:prSet presAssocID="{64DF37BA-68EA-4C2A-9226-943E87E1322E}" presName="thinLine2b" presStyleLbl="callout" presStyleIdx="10" presStyleCnt="17"/>
      <dgm:spPr/>
    </dgm:pt>
    <dgm:pt modelId="{B9E9A265-0CE7-4CFA-9617-28E35CC34C60}" type="pres">
      <dgm:prSet presAssocID="{64DF37BA-68EA-4C2A-9226-943E87E1322E}" presName="vertSpace2b" presStyleCnt="0"/>
      <dgm:spPr/>
    </dgm:pt>
    <dgm:pt modelId="{39931C75-FA83-4D58-AAC3-C65F1812EE9E}" type="pres">
      <dgm:prSet presAssocID="{05F50BA8-ADAF-465A-A24C-D5B5EAFDB742}" presName="horz2" presStyleCnt="0"/>
      <dgm:spPr/>
    </dgm:pt>
    <dgm:pt modelId="{D7F9BE4B-EC92-4345-9E97-34D2EA07C382}" type="pres">
      <dgm:prSet presAssocID="{05F50BA8-ADAF-465A-A24C-D5B5EAFDB742}" presName="horzSpace2" presStyleCnt="0"/>
      <dgm:spPr/>
    </dgm:pt>
    <dgm:pt modelId="{450D6EF2-4946-4254-8AE4-195102A39C89}" type="pres">
      <dgm:prSet presAssocID="{05F50BA8-ADAF-465A-A24C-D5B5EAFDB742}" presName="tx2" presStyleLbl="revTx" presStyleIdx="16" presStyleCnt="24"/>
      <dgm:spPr/>
      <dgm:t>
        <a:bodyPr/>
        <a:lstStyle/>
        <a:p>
          <a:endParaRPr lang="es-ES"/>
        </a:p>
      </dgm:t>
    </dgm:pt>
    <dgm:pt modelId="{C3E83B42-829C-4533-A3A7-98D10F49DED9}" type="pres">
      <dgm:prSet presAssocID="{05F50BA8-ADAF-465A-A24C-D5B5EAFDB742}" presName="vert2" presStyleCnt="0"/>
      <dgm:spPr/>
    </dgm:pt>
    <dgm:pt modelId="{9C112A77-6681-4FB5-8781-48009A101C9C}" type="pres">
      <dgm:prSet presAssocID="{16F8384F-37E4-4B17-9792-8848038E6B66}" presName="horz3" presStyleCnt="0"/>
      <dgm:spPr/>
    </dgm:pt>
    <dgm:pt modelId="{1ACEC140-BD4A-41FA-88E3-B91B1AA9231C}" type="pres">
      <dgm:prSet presAssocID="{16F8384F-37E4-4B17-9792-8848038E6B66}" presName="horzSpace3" presStyleCnt="0"/>
      <dgm:spPr/>
    </dgm:pt>
    <dgm:pt modelId="{A3AA7DB5-B645-4232-9D76-C2DCCB42F840}" type="pres">
      <dgm:prSet presAssocID="{16F8384F-37E4-4B17-9792-8848038E6B66}" presName="tx3" presStyleLbl="revTx" presStyleIdx="17" presStyleCnt="24"/>
      <dgm:spPr/>
      <dgm:t>
        <a:bodyPr/>
        <a:lstStyle/>
        <a:p>
          <a:endParaRPr lang="es-ES"/>
        </a:p>
      </dgm:t>
    </dgm:pt>
    <dgm:pt modelId="{3F20E9B1-8EF7-42F4-BFE0-DB7EE32B4514}" type="pres">
      <dgm:prSet presAssocID="{16F8384F-37E4-4B17-9792-8848038E6B66}" presName="vert3" presStyleCnt="0"/>
      <dgm:spPr/>
    </dgm:pt>
    <dgm:pt modelId="{56C06CC3-2802-4DA4-ABE4-F06A05ECCB37}" type="pres">
      <dgm:prSet presAssocID="{04A70F45-C94C-4B25-9796-31B3ED63AA39}" presName="thinLine3" presStyleLbl="callout" presStyleIdx="11" presStyleCnt="17"/>
      <dgm:spPr/>
    </dgm:pt>
    <dgm:pt modelId="{38486079-8A3E-4F1B-BBA6-BAB7539D60E0}" type="pres">
      <dgm:prSet presAssocID="{8BA77A42-0218-4B19-85C6-435E1B75280C}" presName="horz3" presStyleCnt="0"/>
      <dgm:spPr/>
    </dgm:pt>
    <dgm:pt modelId="{6C2A5694-46BE-4D93-BC59-F0913A0D3054}" type="pres">
      <dgm:prSet presAssocID="{8BA77A42-0218-4B19-85C6-435E1B75280C}" presName="horzSpace3" presStyleCnt="0"/>
      <dgm:spPr/>
    </dgm:pt>
    <dgm:pt modelId="{D571DCE5-FFB6-4E0C-B0FE-252FA2B3F1AB}" type="pres">
      <dgm:prSet presAssocID="{8BA77A42-0218-4B19-85C6-435E1B75280C}" presName="tx3" presStyleLbl="revTx" presStyleIdx="18" presStyleCnt="24"/>
      <dgm:spPr/>
      <dgm:t>
        <a:bodyPr/>
        <a:lstStyle/>
        <a:p>
          <a:endParaRPr lang="es-ES"/>
        </a:p>
      </dgm:t>
    </dgm:pt>
    <dgm:pt modelId="{18B60EE6-2404-4F67-B262-685C33D7A1E3}" type="pres">
      <dgm:prSet presAssocID="{8BA77A42-0218-4B19-85C6-435E1B75280C}" presName="vert3" presStyleCnt="0"/>
      <dgm:spPr/>
    </dgm:pt>
    <dgm:pt modelId="{6032519F-8C70-4E1E-80A8-6E8922EC22DB}" type="pres">
      <dgm:prSet presAssocID="{C353CB5C-88FB-4A87-88F0-132682927F9C}" presName="thinLine3" presStyleLbl="callout" presStyleIdx="12" presStyleCnt="17"/>
      <dgm:spPr/>
    </dgm:pt>
    <dgm:pt modelId="{43942BB7-D7B5-41C1-A097-3878A9136E13}" type="pres">
      <dgm:prSet presAssocID="{C8EE2F4D-8BE5-4BFC-B632-53B2DFE2A32A}" presName="horz3" presStyleCnt="0"/>
      <dgm:spPr/>
    </dgm:pt>
    <dgm:pt modelId="{62004B67-FD33-4E1E-82C5-8285C8973D67}" type="pres">
      <dgm:prSet presAssocID="{C8EE2F4D-8BE5-4BFC-B632-53B2DFE2A32A}" presName="horzSpace3" presStyleCnt="0"/>
      <dgm:spPr/>
    </dgm:pt>
    <dgm:pt modelId="{5F88BF17-BE9B-4C7A-941B-EF686805C2E2}" type="pres">
      <dgm:prSet presAssocID="{C8EE2F4D-8BE5-4BFC-B632-53B2DFE2A32A}" presName="tx3" presStyleLbl="revTx" presStyleIdx="19" presStyleCnt="24"/>
      <dgm:spPr/>
      <dgm:t>
        <a:bodyPr/>
        <a:lstStyle/>
        <a:p>
          <a:endParaRPr lang="es-ES"/>
        </a:p>
      </dgm:t>
    </dgm:pt>
    <dgm:pt modelId="{34058A87-A9C2-4DDF-B548-D4D48BD5C965}" type="pres">
      <dgm:prSet presAssocID="{C8EE2F4D-8BE5-4BFC-B632-53B2DFE2A32A}" presName="vert3" presStyleCnt="0"/>
      <dgm:spPr/>
    </dgm:pt>
    <dgm:pt modelId="{A3B8FE6C-1C82-40E7-8455-A2E34AFBC44F}" type="pres">
      <dgm:prSet presAssocID="{4310E89C-3E74-4A51-AF69-A3A87FE6EAD9}" presName="thinLine3" presStyleLbl="callout" presStyleIdx="13" presStyleCnt="17"/>
      <dgm:spPr/>
    </dgm:pt>
    <dgm:pt modelId="{1130FC3F-B599-42EE-B392-F34CC0CC9129}" type="pres">
      <dgm:prSet presAssocID="{4E7CF895-5F2C-4DE3-BB15-7DE7A858DFE8}" presName="horz3" presStyleCnt="0"/>
      <dgm:spPr/>
    </dgm:pt>
    <dgm:pt modelId="{37F90617-18DC-4127-ADB0-64F2C4D7AE91}" type="pres">
      <dgm:prSet presAssocID="{4E7CF895-5F2C-4DE3-BB15-7DE7A858DFE8}" presName="horzSpace3" presStyleCnt="0"/>
      <dgm:spPr/>
    </dgm:pt>
    <dgm:pt modelId="{01156071-E3B0-4A69-BA02-1D3A6DA0E3C6}" type="pres">
      <dgm:prSet presAssocID="{4E7CF895-5F2C-4DE3-BB15-7DE7A858DFE8}" presName="tx3" presStyleLbl="revTx" presStyleIdx="20" presStyleCnt="24"/>
      <dgm:spPr/>
      <dgm:t>
        <a:bodyPr/>
        <a:lstStyle/>
        <a:p>
          <a:endParaRPr lang="es-ES"/>
        </a:p>
      </dgm:t>
    </dgm:pt>
    <dgm:pt modelId="{AF35E288-8979-4314-B86D-68A855746631}" type="pres">
      <dgm:prSet presAssocID="{4E7CF895-5F2C-4DE3-BB15-7DE7A858DFE8}" presName="vert3" presStyleCnt="0"/>
      <dgm:spPr/>
    </dgm:pt>
    <dgm:pt modelId="{C72346D4-F644-422D-9F2E-987D224AE18C}" type="pres">
      <dgm:prSet presAssocID="{05F50BA8-ADAF-465A-A24C-D5B5EAFDB742}" presName="thinLine2b" presStyleLbl="callout" presStyleIdx="14" presStyleCnt="17"/>
      <dgm:spPr/>
    </dgm:pt>
    <dgm:pt modelId="{68EAF856-BD34-4DEE-B486-C1D85D292810}" type="pres">
      <dgm:prSet presAssocID="{05F50BA8-ADAF-465A-A24C-D5B5EAFDB742}" presName="vertSpace2b" presStyleCnt="0"/>
      <dgm:spPr/>
    </dgm:pt>
    <dgm:pt modelId="{1AF1882F-A7F7-4059-9B0A-D6A35B8AB8DC}" type="pres">
      <dgm:prSet presAssocID="{4F9EFFE6-F095-4249-AE7F-F9B2AE3EBDC7}" presName="horz2" presStyleCnt="0"/>
      <dgm:spPr/>
    </dgm:pt>
    <dgm:pt modelId="{964D3AF3-FA3A-4441-8BAF-21A64B85B09D}" type="pres">
      <dgm:prSet presAssocID="{4F9EFFE6-F095-4249-AE7F-F9B2AE3EBDC7}" presName="horzSpace2" presStyleCnt="0"/>
      <dgm:spPr/>
    </dgm:pt>
    <dgm:pt modelId="{DB08AC12-6C98-4685-A7D3-031953318D6F}" type="pres">
      <dgm:prSet presAssocID="{4F9EFFE6-F095-4249-AE7F-F9B2AE3EBDC7}" presName="tx2" presStyleLbl="revTx" presStyleIdx="21" presStyleCnt="24"/>
      <dgm:spPr/>
      <dgm:t>
        <a:bodyPr/>
        <a:lstStyle/>
        <a:p>
          <a:endParaRPr lang="es-ES"/>
        </a:p>
      </dgm:t>
    </dgm:pt>
    <dgm:pt modelId="{DC4045BD-DE9C-41C7-8B3A-E7F51BFACAAF}" type="pres">
      <dgm:prSet presAssocID="{4F9EFFE6-F095-4249-AE7F-F9B2AE3EBDC7}" presName="vert2" presStyleCnt="0"/>
      <dgm:spPr/>
    </dgm:pt>
    <dgm:pt modelId="{94919EC7-D67A-4BAC-A2A2-B2D682DACFFF}" type="pres">
      <dgm:prSet presAssocID="{5AF278BE-9737-433B-96BA-DEDB2BDB6C14}" presName="horz3" presStyleCnt="0"/>
      <dgm:spPr/>
    </dgm:pt>
    <dgm:pt modelId="{778E00C3-A753-40C9-9304-B355CE6D389F}" type="pres">
      <dgm:prSet presAssocID="{5AF278BE-9737-433B-96BA-DEDB2BDB6C14}" presName="horzSpace3" presStyleCnt="0"/>
      <dgm:spPr/>
    </dgm:pt>
    <dgm:pt modelId="{22DD46AF-FB54-448C-896B-32303A65B788}" type="pres">
      <dgm:prSet presAssocID="{5AF278BE-9737-433B-96BA-DEDB2BDB6C14}" presName="tx3" presStyleLbl="revTx" presStyleIdx="22" presStyleCnt="24"/>
      <dgm:spPr/>
      <dgm:t>
        <a:bodyPr/>
        <a:lstStyle/>
        <a:p>
          <a:endParaRPr lang="es-ES"/>
        </a:p>
      </dgm:t>
    </dgm:pt>
    <dgm:pt modelId="{B46EEE00-6C7F-490B-80BE-1830221FB749}" type="pres">
      <dgm:prSet presAssocID="{5AF278BE-9737-433B-96BA-DEDB2BDB6C14}" presName="vert3" presStyleCnt="0"/>
      <dgm:spPr/>
    </dgm:pt>
    <dgm:pt modelId="{1A279C1B-FE20-49F5-A0D8-F83FC29E23A5}" type="pres">
      <dgm:prSet presAssocID="{F72CD434-6A57-4EDC-8286-DCCF0FE0C8EE}" presName="thinLine3" presStyleLbl="callout" presStyleIdx="15" presStyleCnt="17"/>
      <dgm:spPr/>
    </dgm:pt>
    <dgm:pt modelId="{B6314C37-38A7-490C-A30F-DE5A58E76209}" type="pres">
      <dgm:prSet presAssocID="{E44BC030-4405-46FB-B77F-804F8EEC78F8}" presName="horz3" presStyleCnt="0"/>
      <dgm:spPr/>
    </dgm:pt>
    <dgm:pt modelId="{AB9A96EA-0D1A-4FB5-9AA9-B17DB2AFDBB2}" type="pres">
      <dgm:prSet presAssocID="{E44BC030-4405-46FB-B77F-804F8EEC78F8}" presName="horzSpace3" presStyleCnt="0"/>
      <dgm:spPr/>
    </dgm:pt>
    <dgm:pt modelId="{44801A6B-13B7-4344-A64B-68860DCA6726}" type="pres">
      <dgm:prSet presAssocID="{E44BC030-4405-46FB-B77F-804F8EEC78F8}" presName="tx3" presStyleLbl="revTx" presStyleIdx="23" presStyleCnt="24"/>
      <dgm:spPr/>
      <dgm:t>
        <a:bodyPr/>
        <a:lstStyle/>
        <a:p>
          <a:endParaRPr lang="es-ES"/>
        </a:p>
      </dgm:t>
    </dgm:pt>
    <dgm:pt modelId="{C9AD0137-CEA4-40AD-ADA6-8012EBF2B3AF}" type="pres">
      <dgm:prSet presAssocID="{E44BC030-4405-46FB-B77F-804F8EEC78F8}" presName="vert3" presStyleCnt="0"/>
      <dgm:spPr/>
    </dgm:pt>
    <dgm:pt modelId="{5FD31C86-FF13-43B3-9B46-5E13E6C31910}" type="pres">
      <dgm:prSet presAssocID="{4F9EFFE6-F095-4249-AE7F-F9B2AE3EBDC7}" presName="thinLine2b" presStyleLbl="callout" presStyleIdx="16" presStyleCnt="17"/>
      <dgm:spPr/>
    </dgm:pt>
    <dgm:pt modelId="{FD90DD0B-5C37-459D-B1BE-AF644A92B922}" type="pres">
      <dgm:prSet presAssocID="{4F9EFFE6-F095-4249-AE7F-F9B2AE3EBDC7}" presName="vertSpace2b" presStyleCnt="0"/>
      <dgm:spPr/>
    </dgm:pt>
  </dgm:ptLst>
  <dgm:cxnLst>
    <dgm:cxn modelId="{847B558E-591D-4F84-B93A-B7709917D81A}" srcId="{395415A5-D912-4C71-A543-327AD5BE167E}" destId="{E617F741-B9C5-41D5-9A14-FD388C612618}" srcOrd="3" destOrd="0" parTransId="{8260B9D7-3023-4248-A834-65BF28A9141B}" sibTransId="{68A31DCE-71C7-48CF-919D-B9D40B8A5237}"/>
    <dgm:cxn modelId="{13B92A6C-2590-48B1-ACC4-CBA83F33B41D}" srcId="{C7243818-6708-431E-9799-F9CA9A546711}" destId="{A69890EE-DE80-4CB8-B9E7-1D32C08AB501}" srcOrd="0" destOrd="0" parTransId="{50D6E048-2A75-4C85-9332-A41785C55E15}" sibTransId="{B7E9D84D-4C35-43D9-99CF-6E4E221FE65B}"/>
    <dgm:cxn modelId="{E33FE409-AD3C-4EDF-9477-28249081B56F}" type="presOf" srcId="{C8EE2F4D-8BE5-4BFC-B632-53B2DFE2A32A}" destId="{5F88BF17-BE9B-4C7A-941B-EF686805C2E2}" srcOrd="0" destOrd="0" presId="urn:microsoft.com/office/officeart/2008/layout/LinedList"/>
    <dgm:cxn modelId="{BA91C721-5CC7-49C7-8A6B-DAB4C14DF1A1}" type="presOf" srcId="{C7243818-6708-431E-9799-F9CA9A546711}" destId="{452C2E4F-6ED3-4109-A984-52CF0C333BBA}" srcOrd="0" destOrd="0" presId="urn:microsoft.com/office/officeart/2008/layout/LinedList"/>
    <dgm:cxn modelId="{A4AA1849-F4F6-4B40-8559-065FD0BA40E4}" srcId="{C7243818-6708-431E-9799-F9CA9A546711}" destId="{8C349B2E-D4F5-49A9-A741-1D0750321CCE}" srcOrd="2" destOrd="0" parTransId="{C7054E85-2CB6-4076-85F3-50B5AA862E1E}" sibTransId="{5B219AEE-A39C-49DC-BAC2-CD4EC56F1C89}"/>
    <dgm:cxn modelId="{EE954BEA-716A-4E03-9921-77298046A485}" srcId="{395415A5-D912-4C71-A543-327AD5BE167E}" destId="{F3C5D86A-A927-42B0-8E85-C6B6D2CC134A}" srcOrd="0" destOrd="0" parTransId="{7A48B06B-FC7F-44C4-A15A-66F426364685}" sibTransId="{E2FB5EE4-BA04-47E0-908A-9615F8022CC0}"/>
    <dgm:cxn modelId="{38835374-98AB-4CF0-B07F-EC0CF27F05FA}" srcId="{9C74399D-0A7E-489C-812C-1B16F7639144}" destId="{64DF37BA-68EA-4C2A-9226-943E87E1322E}" srcOrd="3" destOrd="0" parTransId="{AB417E9F-C2F8-4CC9-BD93-8039879AEEEE}" sibTransId="{2B9D4175-1128-4620-BB49-3DBE6FE79B33}"/>
    <dgm:cxn modelId="{1465A01B-A2EF-492F-8BBF-D3875EA50B2B}" type="presOf" srcId="{395415A5-D912-4C71-A543-327AD5BE167E}" destId="{5EAAF32C-A069-42FE-A67E-F73DD3EB91D2}" srcOrd="0" destOrd="0" presId="urn:microsoft.com/office/officeart/2008/layout/LinedList"/>
    <dgm:cxn modelId="{4F17B096-98C4-4A32-B4EA-86494C546DDA}" type="presOf" srcId="{8C349B2E-D4F5-49A9-A741-1D0750321CCE}" destId="{DADFDC68-9E69-409A-B3DB-D57AD01DD6F2}" srcOrd="0" destOrd="0" presId="urn:microsoft.com/office/officeart/2008/layout/LinedList"/>
    <dgm:cxn modelId="{6C3CC9CA-C3EC-45A7-954D-C115756E3946}" type="presOf" srcId="{F3C5D86A-A927-42B0-8E85-C6B6D2CC134A}" destId="{CC77248F-2C44-4D3B-A97B-9011369E9393}" srcOrd="0" destOrd="0" presId="urn:microsoft.com/office/officeart/2008/layout/LinedList"/>
    <dgm:cxn modelId="{4623DB20-4D84-42B7-A5DF-E525FEB8108B}" srcId="{C7243818-6708-431E-9799-F9CA9A546711}" destId="{462DAFB3-3622-4C7C-9519-AFFE2B804F71}" srcOrd="1" destOrd="0" parTransId="{7B6D0BEA-7629-41FD-8C50-613CAB25E965}" sibTransId="{38E7B5DB-BA9C-42FA-9958-ACC98C2424B5}"/>
    <dgm:cxn modelId="{F46FF909-5E36-4A44-947F-9692ACD9654E}" srcId="{9C74399D-0A7E-489C-812C-1B16F7639144}" destId="{0BE0A3A6-DAAA-42D0-946B-30B014B92F71}" srcOrd="2" destOrd="0" parTransId="{C3CC6D0B-4472-49E0-B1B8-74125F3773B7}" sibTransId="{81C5198F-2A84-47AC-9778-89E492298128}"/>
    <dgm:cxn modelId="{E1D1D840-4266-4EE0-B340-164C59281BF4}" type="presOf" srcId="{11ACC0A4-7BAD-4773-8FB4-66F7B30963ED}" destId="{2EAAC23D-1B5B-47D2-8E6D-C208E5066A1A}" srcOrd="0" destOrd="0" presId="urn:microsoft.com/office/officeart/2008/layout/LinedList"/>
    <dgm:cxn modelId="{FB2E6FC2-D0BB-41E8-AEC9-0ECC241AEA68}" type="presOf" srcId="{8BA77A42-0218-4B19-85C6-435E1B75280C}" destId="{D571DCE5-FFB6-4E0C-B0FE-252FA2B3F1AB}" srcOrd="0" destOrd="0" presId="urn:microsoft.com/office/officeart/2008/layout/LinedList"/>
    <dgm:cxn modelId="{E15298D9-C6B6-4386-B620-B39582F9C210}" type="presOf" srcId="{9C74399D-0A7E-489C-812C-1B16F7639144}" destId="{88866C65-E138-4006-96DF-3100137E70D8}" srcOrd="0" destOrd="0" presId="urn:microsoft.com/office/officeart/2008/layout/LinedList"/>
    <dgm:cxn modelId="{F2217BD8-88CC-461D-9C70-1B41C1ECB9C5}" type="presOf" srcId="{39CEA5D0-5F75-4B88-BB23-67EF6D465C7C}" destId="{BE6C2580-050E-441A-B7D8-7A22228E1181}" srcOrd="0" destOrd="0" presId="urn:microsoft.com/office/officeart/2008/layout/LinedList"/>
    <dgm:cxn modelId="{4DF6BC53-A7EE-41CE-A96F-805ACD1D0F9B}" srcId="{64DF37BA-68EA-4C2A-9226-943E87E1322E}" destId="{11ACC0A4-7BAD-4773-8FB4-66F7B30963ED}" srcOrd="0" destOrd="0" parTransId="{71EE8062-9D10-4BD3-8B1F-F8EF7167C9D7}" sibTransId="{6B8F11B9-A0B5-4D77-99B8-31EC1AB269EE}"/>
    <dgm:cxn modelId="{19B6CD49-6326-4821-9542-7D8ECFC09529}" srcId="{05F50BA8-ADAF-465A-A24C-D5B5EAFDB742}" destId="{C8EE2F4D-8BE5-4BFC-B632-53B2DFE2A32A}" srcOrd="2" destOrd="0" parTransId="{91B1B494-8C99-462C-A784-0D4816FDE30A}" sibTransId="{4310E89C-3E74-4A51-AF69-A3A87FE6EAD9}"/>
    <dgm:cxn modelId="{1661EDFF-2118-4E0F-97FF-D1BFE38DCD59}" srcId="{4F9EFFE6-F095-4249-AE7F-F9B2AE3EBDC7}" destId="{5AF278BE-9737-433B-96BA-DEDB2BDB6C14}" srcOrd="0" destOrd="0" parTransId="{5DD61BDF-E152-4686-9FD1-3F9A3F8CD1E6}" sibTransId="{F72CD434-6A57-4EDC-8286-DCCF0FE0C8EE}"/>
    <dgm:cxn modelId="{6E118237-2E8F-4866-AEA7-F2EF62CED1F6}" type="presOf" srcId="{64DF37BA-68EA-4C2A-9226-943E87E1322E}" destId="{27E70328-DFDE-4827-95C1-5956C4D0EE08}" srcOrd="0" destOrd="0" presId="urn:microsoft.com/office/officeart/2008/layout/LinedList"/>
    <dgm:cxn modelId="{923F2789-8A49-4FF4-BC53-1FDDF47A0FD6}" srcId="{05F50BA8-ADAF-465A-A24C-D5B5EAFDB742}" destId="{8BA77A42-0218-4B19-85C6-435E1B75280C}" srcOrd="1" destOrd="0" parTransId="{21387297-AEFD-4F27-9DB3-1F4848A0E11E}" sibTransId="{C353CB5C-88FB-4A87-88F0-132682927F9C}"/>
    <dgm:cxn modelId="{4884095A-04A5-4D3A-A05E-8CD507A7E2EA}" type="presOf" srcId="{B04C27D3-2EC7-4BB1-826E-055911F67CE8}" destId="{E6CBE93C-86F5-44C8-8FED-3E8B3B11B55A}" srcOrd="0" destOrd="0" presId="urn:microsoft.com/office/officeart/2008/layout/LinedList"/>
    <dgm:cxn modelId="{38570B44-1AE0-449D-83DA-66CFBB1BB03B}" type="presOf" srcId="{4616279C-5972-4956-8330-D069EC119A07}" destId="{893BDAC4-E1FC-4425-B52C-91BC1FDFE88B}" srcOrd="0" destOrd="0" presId="urn:microsoft.com/office/officeart/2008/layout/LinedList"/>
    <dgm:cxn modelId="{8291C99B-0570-4257-A464-8637F7BDC9A6}" type="presOf" srcId="{05F50BA8-ADAF-465A-A24C-D5B5EAFDB742}" destId="{450D6EF2-4946-4254-8AE4-195102A39C89}" srcOrd="0" destOrd="0" presId="urn:microsoft.com/office/officeart/2008/layout/LinedList"/>
    <dgm:cxn modelId="{2F50D87C-1D1E-4772-854A-7A83643C8AB7}" srcId="{9C74399D-0A7E-489C-812C-1B16F7639144}" destId="{C7243818-6708-431E-9799-F9CA9A546711}" srcOrd="1" destOrd="0" parTransId="{07CDA71E-2181-4709-9D4A-DA2F721B072E}" sibTransId="{E20844F8-68DB-48E5-867C-CFF021A930AD}"/>
    <dgm:cxn modelId="{0D2C9F13-2865-405F-A0F4-CFC6919D46F6}" type="presOf" srcId="{0BE0A3A6-DAAA-42D0-946B-30B014B92F71}" destId="{60E7A99F-292B-498C-99B8-E2ADA67345D1}" srcOrd="0" destOrd="0" presId="urn:microsoft.com/office/officeart/2008/layout/LinedList"/>
    <dgm:cxn modelId="{36B92629-EBE5-4F06-BC10-7842250D643D}" type="presOf" srcId="{FEB8FDDE-DC1A-41E3-A003-5BF61A8D3B6C}" destId="{E7320A32-2ECA-4DBF-8D5A-D6868542B290}" srcOrd="0" destOrd="0" presId="urn:microsoft.com/office/officeart/2008/layout/LinedList"/>
    <dgm:cxn modelId="{DD94A748-BDA8-4465-B74D-80557186C9CF}" type="presOf" srcId="{4E7CF895-5F2C-4DE3-BB15-7DE7A858DFE8}" destId="{01156071-E3B0-4A69-BA02-1D3A6DA0E3C6}" srcOrd="0" destOrd="0" presId="urn:microsoft.com/office/officeart/2008/layout/LinedList"/>
    <dgm:cxn modelId="{8BCE5146-390C-4221-8C4D-24A124182184}" srcId="{395415A5-D912-4C71-A543-327AD5BE167E}" destId="{C4621E7C-1136-40E2-8757-997FEEB51DE8}" srcOrd="1" destOrd="0" parTransId="{25E7906F-7E89-42C0-AD8E-49859096D4B6}" sibTransId="{F4FA0080-9C2D-4F0A-B729-603821FC297C}"/>
    <dgm:cxn modelId="{26A874F8-04E1-437F-B75E-E0DA05BAADBC}" type="presOf" srcId="{5AF278BE-9737-433B-96BA-DEDB2BDB6C14}" destId="{22DD46AF-FB54-448C-896B-32303A65B788}" srcOrd="0" destOrd="0" presId="urn:microsoft.com/office/officeart/2008/layout/LinedList"/>
    <dgm:cxn modelId="{C8679CCE-1996-4691-B57E-3F15F1DB4023}" srcId="{05F50BA8-ADAF-465A-A24C-D5B5EAFDB742}" destId="{16F8384F-37E4-4B17-9792-8848038E6B66}" srcOrd="0" destOrd="0" parTransId="{0BE3D8C5-1DA4-4B96-89AD-CD24111400E2}" sibTransId="{04A70F45-C94C-4B25-9796-31B3ED63AA39}"/>
    <dgm:cxn modelId="{406CDF4E-4AC2-4508-9652-060C9A57998E}" type="presOf" srcId="{4F9EFFE6-F095-4249-AE7F-F9B2AE3EBDC7}" destId="{DB08AC12-6C98-4685-A7D3-031953318D6F}" srcOrd="0" destOrd="0" presId="urn:microsoft.com/office/officeart/2008/layout/LinedList"/>
    <dgm:cxn modelId="{5B535CA3-14BE-46A7-91E7-87B328E6FDDF}" type="presOf" srcId="{E617F741-B9C5-41D5-9A14-FD388C612618}" destId="{DB25622D-6582-415F-83FC-504F8DE5C3A2}" srcOrd="0" destOrd="0" presId="urn:microsoft.com/office/officeart/2008/layout/LinedList"/>
    <dgm:cxn modelId="{B51DDF5B-5AEB-43A4-A7D7-C48F55F0BB00}" srcId="{9C74399D-0A7E-489C-812C-1B16F7639144}" destId="{395415A5-D912-4C71-A543-327AD5BE167E}" srcOrd="0" destOrd="0" parTransId="{BC4BDC75-A2DD-4FB8-AF34-8EF0C3F89963}" sibTransId="{8308BA01-08C0-4084-B842-12C555F6E03B}"/>
    <dgm:cxn modelId="{6ED7B364-7BDF-43D2-BEFC-84139174F9BD}" srcId="{9C74399D-0A7E-489C-812C-1B16F7639144}" destId="{4F9EFFE6-F095-4249-AE7F-F9B2AE3EBDC7}" srcOrd="5" destOrd="0" parTransId="{A82CD4DA-EF5B-4E77-8D0C-ED2C037C3D57}" sibTransId="{B017A4F3-AC74-4377-91BA-179E8974A085}"/>
    <dgm:cxn modelId="{8A6ECFBA-E936-4009-9BD1-6567F6135EC9}" type="presOf" srcId="{A69890EE-DE80-4CB8-B9E7-1D32C08AB501}" destId="{F73FA465-7AE2-4641-B978-A3F55242C37B}" srcOrd="0" destOrd="0" presId="urn:microsoft.com/office/officeart/2008/layout/LinedList"/>
    <dgm:cxn modelId="{FBE848C2-3D31-4CE7-B23A-C10422E73EB2}" srcId="{04282FC5-C61B-4B03-93AF-0B21D81271AC}" destId="{9C74399D-0A7E-489C-812C-1B16F7639144}" srcOrd="0" destOrd="0" parTransId="{4897B3AD-09F1-4E09-9EA6-A1C41CEB66C3}" sibTransId="{EB6C3643-6C17-46BD-B568-1034F23E3189}"/>
    <dgm:cxn modelId="{A94B1FFD-301E-458E-A526-EED65F9FA147}" srcId="{0BE0A3A6-DAAA-42D0-946B-30B014B92F71}" destId="{FEB8FDDE-DC1A-41E3-A003-5BF61A8D3B6C}" srcOrd="1" destOrd="0" parTransId="{5B9684F1-BEC7-4D43-80DC-F97358F010BB}" sibTransId="{D8756E00-413C-4617-8A6E-3DA054AA3D55}"/>
    <dgm:cxn modelId="{1F953FF3-5EB0-4A29-A4D3-65A9D03E3568}" srcId="{4F9EFFE6-F095-4249-AE7F-F9B2AE3EBDC7}" destId="{E44BC030-4405-46FB-B77F-804F8EEC78F8}" srcOrd="1" destOrd="0" parTransId="{01BEF543-C0BE-406C-B575-678C99FF7098}" sibTransId="{8FC9BCA8-B725-490B-B778-70547F08EC03}"/>
    <dgm:cxn modelId="{C5893782-3080-4CEF-8DC5-BB2BD5E6B9F9}" type="presOf" srcId="{462DAFB3-3622-4C7C-9519-AFFE2B804F71}" destId="{1713ACD4-689E-41F2-8E78-F44A0061895D}" srcOrd="0" destOrd="0" presId="urn:microsoft.com/office/officeart/2008/layout/LinedList"/>
    <dgm:cxn modelId="{2A50747D-C3D5-402F-A67A-B26E99AADF96}" srcId="{0BE0A3A6-DAAA-42D0-946B-30B014B92F71}" destId="{39CEA5D0-5F75-4B88-BB23-67EF6D465C7C}" srcOrd="0" destOrd="0" parTransId="{C1DC4508-6DE8-4D91-B56D-78A6A4439E01}" sibTransId="{EE9C2BDB-70D1-49D3-80A8-23E82A9A976C}"/>
    <dgm:cxn modelId="{C2DACFE6-620A-42D1-8BB1-5E8F15C64617}" srcId="{395415A5-D912-4C71-A543-327AD5BE167E}" destId="{B04C27D3-2EC7-4BB1-826E-055911F67CE8}" srcOrd="2" destOrd="0" parTransId="{2DC7D822-4AD2-4188-B127-D4A248D1144E}" sibTransId="{669B1BD9-4821-4E32-B78F-3CC1FDD75922}"/>
    <dgm:cxn modelId="{A957574B-B810-483D-8D8C-ABE2D658B09E}" srcId="{9C74399D-0A7E-489C-812C-1B16F7639144}" destId="{05F50BA8-ADAF-465A-A24C-D5B5EAFDB742}" srcOrd="4" destOrd="0" parTransId="{6154D697-280B-4063-A910-574DFE7F9F3E}" sibTransId="{3C25D66D-6055-43DE-B0E1-F63FF064B8A4}"/>
    <dgm:cxn modelId="{285450A1-F9CE-4419-B189-3CCA741143D8}" type="presOf" srcId="{C4621E7C-1136-40E2-8757-997FEEB51DE8}" destId="{DBDB74F6-A61A-4E13-A109-072DD03AD140}" srcOrd="0" destOrd="0" presId="urn:microsoft.com/office/officeart/2008/layout/LinedList"/>
    <dgm:cxn modelId="{B6D7590D-F46D-4D11-AB02-CB0138BEB363}" type="presOf" srcId="{E44BC030-4405-46FB-B77F-804F8EEC78F8}" destId="{44801A6B-13B7-4344-A64B-68860DCA6726}" srcOrd="0" destOrd="0" presId="urn:microsoft.com/office/officeart/2008/layout/LinedList"/>
    <dgm:cxn modelId="{0F245ED0-9123-4732-824F-CCF79E4A253F}" type="presOf" srcId="{04282FC5-C61B-4B03-93AF-0B21D81271AC}" destId="{F25C5BA0-43A1-4E23-A93C-94EE9F451761}" srcOrd="0" destOrd="0" presId="urn:microsoft.com/office/officeart/2008/layout/LinedList"/>
    <dgm:cxn modelId="{C9170B4E-5277-46CE-A761-60C816969C22}" srcId="{64DF37BA-68EA-4C2A-9226-943E87E1322E}" destId="{4616279C-5972-4956-8330-D069EC119A07}" srcOrd="1" destOrd="0" parTransId="{E954FEBC-E6D4-4678-8457-C980EC62C956}" sibTransId="{AD4EA7ED-ADF9-4CF3-8C5E-09EB12440D68}"/>
    <dgm:cxn modelId="{C312C36C-C7AB-459F-9BB3-5477C81BE40E}" type="presOf" srcId="{16F8384F-37E4-4B17-9792-8848038E6B66}" destId="{A3AA7DB5-B645-4232-9D76-C2DCCB42F840}" srcOrd="0" destOrd="0" presId="urn:microsoft.com/office/officeart/2008/layout/LinedList"/>
    <dgm:cxn modelId="{43385682-F3E1-4357-82B1-5B2EAB55B61D}" srcId="{05F50BA8-ADAF-465A-A24C-D5B5EAFDB742}" destId="{4E7CF895-5F2C-4DE3-BB15-7DE7A858DFE8}" srcOrd="3" destOrd="0" parTransId="{A9460343-0CB6-4A5C-9A10-09CC07DC95CA}" sibTransId="{BBB8B755-E5A9-4C8B-958B-C3F060945090}"/>
    <dgm:cxn modelId="{A6967F2E-F36B-4D88-BF6E-4FACC4190035}" type="presParOf" srcId="{F25C5BA0-43A1-4E23-A93C-94EE9F451761}" destId="{1B81C695-80C4-440B-83C9-AE68D4EB4F68}" srcOrd="0" destOrd="0" presId="urn:microsoft.com/office/officeart/2008/layout/LinedList"/>
    <dgm:cxn modelId="{CF3743DC-82BC-4548-AB3E-0946B22F2159}" type="presParOf" srcId="{F25C5BA0-43A1-4E23-A93C-94EE9F451761}" destId="{D8F7E7FC-0986-4FB7-9B5C-D0D83ECCE748}" srcOrd="1" destOrd="0" presId="urn:microsoft.com/office/officeart/2008/layout/LinedList"/>
    <dgm:cxn modelId="{422FEC68-0125-479E-AB75-0F1350578976}" type="presParOf" srcId="{D8F7E7FC-0986-4FB7-9B5C-D0D83ECCE748}" destId="{88866C65-E138-4006-96DF-3100137E70D8}" srcOrd="0" destOrd="0" presId="urn:microsoft.com/office/officeart/2008/layout/LinedList"/>
    <dgm:cxn modelId="{E1410A85-0134-46C3-942A-478C53E25511}" type="presParOf" srcId="{D8F7E7FC-0986-4FB7-9B5C-D0D83ECCE748}" destId="{7527B078-58A0-41A3-8D61-C5C01ECAFFF9}" srcOrd="1" destOrd="0" presId="urn:microsoft.com/office/officeart/2008/layout/LinedList"/>
    <dgm:cxn modelId="{0BF5478F-ABBF-4C47-A753-C222E4D5FBB5}" type="presParOf" srcId="{7527B078-58A0-41A3-8D61-C5C01ECAFFF9}" destId="{FE7E43A1-E4B9-4861-8696-431C65CA0194}" srcOrd="0" destOrd="0" presId="urn:microsoft.com/office/officeart/2008/layout/LinedList"/>
    <dgm:cxn modelId="{6EE8E4F4-628A-4D07-9583-FD84DECBB7AE}" type="presParOf" srcId="{7527B078-58A0-41A3-8D61-C5C01ECAFFF9}" destId="{D15BD57F-1E5C-4C51-9A45-C31014122FA3}" srcOrd="1" destOrd="0" presId="urn:microsoft.com/office/officeart/2008/layout/LinedList"/>
    <dgm:cxn modelId="{4DB3D12C-F489-4EA3-BC9D-09EA2B67E7B3}" type="presParOf" srcId="{D15BD57F-1E5C-4C51-9A45-C31014122FA3}" destId="{89B35A9C-010D-4B0E-9717-ADD23052A5E5}" srcOrd="0" destOrd="0" presId="urn:microsoft.com/office/officeart/2008/layout/LinedList"/>
    <dgm:cxn modelId="{B1148BDF-723C-4C17-8431-06E22C5E168B}" type="presParOf" srcId="{D15BD57F-1E5C-4C51-9A45-C31014122FA3}" destId="{5EAAF32C-A069-42FE-A67E-F73DD3EB91D2}" srcOrd="1" destOrd="0" presId="urn:microsoft.com/office/officeart/2008/layout/LinedList"/>
    <dgm:cxn modelId="{F255EA3B-BC78-4A97-AB6F-8B77A64CEBFD}" type="presParOf" srcId="{D15BD57F-1E5C-4C51-9A45-C31014122FA3}" destId="{5D57A079-52B7-4785-9308-5E4A03C52711}" srcOrd="2" destOrd="0" presId="urn:microsoft.com/office/officeart/2008/layout/LinedList"/>
    <dgm:cxn modelId="{1CA6C35C-5428-49F1-8059-2BCDCE5265E0}" type="presParOf" srcId="{5D57A079-52B7-4785-9308-5E4A03C52711}" destId="{DFE5376E-C61C-4979-95B1-F0A8643CA631}" srcOrd="0" destOrd="0" presId="urn:microsoft.com/office/officeart/2008/layout/LinedList"/>
    <dgm:cxn modelId="{AC32AE72-4A84-47DD-9D4A-D661D84FFA68}" type="presParOf" srcId="{DFE5376E-C61C-4979-95B1-F0A8643CA631}" destId="{71FCA84F-2F7C-4F42-A2C5-54FBA65B0E69}" srcOrd="0" destOrd="0" presId="urn:microsoft.com/office/officeart/2008/layout/LinedList"/>
    <dgm:cxn modelId="{74680A5A-1940-48FE-A0CA-CDDA2FC0FDDF}" type="presParOf" srcId="{DFE5376E-C61C-4979-95B1-F0A8643CA631}" destId="{CC77248F-2C44-4D3B-A97B-9011369E9393}" srcOrd="1" destOrd="0" presId="urn:microsoft.com/office/officeart/2008/layout/LinedList"/>
    <dgm:cxn modelId="{B0F533B0-EC06-4060-8994-ED494D09892C}" type="presParOf" srcId="{DFE5376E-C61C-4979-95B1-F0A8643CA631}" destId="{28E8EF95-3146-42C9-87D2-73CD4549BC5D}" srcOrd="2" destOrd="0" presId="urn:microsoft.com/office/officeart/2008/layout/LinedList"/>
    <dgm:cxn modelId="{A622630C-3795-4339-A3E3-647537700971}" type="presParOf" srcId="{5D57A079-52B7-4785-9308-5E4A03C52711}" destId="{7FFA893A-235C-4953-AE04-CDD9D3396B49}" srcOrd="1" destOrd="0" presId="urn:microsoft.com/office/officeart/2008/layout/LinedList"/>
    <dgm:cxn modelId="{4BE26DA6-A5EE-40FE-B393-A5C1DD101BA4}" type="presParOf" srcId="{5D57A079-52B7-4785-9308-5E4A03C52711}" destId="{DCF432FD-D0B7-48D2-A46A-169877A38D0A}" srcOrd="2" destOrd="0" presId="urn:microsoft.com/office/officeart/2008/layout/LinedList"/>
    <dgm:cxn modelId="{5E1CD63D-9501-4197-98B6-B7CE663939A9}" type="presParOf" srcId="{DCF432FD-D0B7-48D2-A46A-169877A38D0A}" destId="{C19D1787-7B8F-44D1-B578-1E6D3264154B}" srcOrd="0" destOrd="0" presId="urn:microsoft.com/office/officeart/2008/layout/LinedList"/>
    <dgm:cxn modelId="{938710C7-6678-4284-AC47-6B6A74EDAA1C}" type="presParOf" srcId="{DCF432FD-D0B7-48D2-A46A-169877A38D0A}" destId="{DBDB74F6-A61A-4E13-A109-072DD03AD140}" srcOrd="1" destOrd="0" presId="urn:microsoft.com/office/officeart/2008/layout/LinedList"/>
    <dgm:cxn modelId="{97DD7300-805D-4441-A51F-1B00185B77FF}" type="presParOf" srcId="{DCF432FD-D0B7-48D2-A46A-169877A38D0A}" destId="{E97063B2-50BD-4414-A2C3-26DBD0DC81F0}" srcOrd="2" destOrd="0" presId="urn:microsoft.com/office/officeart/2008/layout/LinedList"/>
    <dgm:cxn modelId="{A2DCC252-8ED7-4ACE-B556-CEFF9D48E203}" type="presParOf" srcId="{5D57A079-52B7-4785-9308-5E4A03C52711}" destId="{766B48CE-2E6D-4831-97CF-63FA9745276F}" srcOrd="3" destOrd="0" presId="urn:microsoft.com/office/officeart/2008/layout/LinedList"/>
    <dgm:cxn modelId="{466BECE7-C5E6-4F4B-B329-6E18F86CA364}" type="presParOf" srcId="{5D57A079-52B7-4785-9308-5E4A03C52711}" destId="{BCD5EFED-9217-4875-A1AF-F5375FF3A781}" srcOrd="4" destOrd="0" presId="urn:microsoft.com/office/officeart/2008/layout/LinedList"/>
    <dgm:cxn modelId="{52CAEF19-058C-43F0-A1AC-A40F553A954A}" type="presParOf" srcId="{BCD5EFED-9217-4875-A1AF-F5375FF3A781}" destId="{5B1BD450-61EC-4BE7-AD40-D43D144963A0}" srcOrd="0" destOrd="0" presId="urn:microsoft.com/office/officeart/2008/layout/LinedList"/>
    <dgm:cxn modelId="{6A33A965-CD21-447A-92AE-EFB7AA6D1991}" type="presParOf" srcId="{BCD5EFED-9217-4875-A1AF-F5375FF3A781}" destId="{E6CBE93C-86F5-44C8-8FED-3E8B3B11B55A}" srcOrd="1" destOrd="0" presId="urn:microsoft.com/office/officeart/2008/layout/LinedList"/>
    <dgm:cxn modelId="{F3B32CF3-1DC9-4D60-8107-E1DC139EAA1D}" type="presParOf" srcId="{BCD5EFED-9217-4875-A1AF-F5375FF3A781}" destId="{5A08029A-8115-42A9-8FB1-88E93A216095}" srcOrd="2" destOrd="0" presId="urn:microsoft.com/office/officeart/2008/layout/LinedList"/>
    <dgm:cxn modelId="{EB691CE2-2E87-4DF1-AC25-3D99AEDB153A}" type="presParOf" srcId="{5D57A079-52B7-4785-9308-5E4A03C52711}" destId="{4140DEAA-C3F4-4F65-9F7E-17552015D16C}" srcOrd="5" destOrd="0" presId="urn:microsoft.com/office/officeart/2008/layout/LinedList"/>
    <dgm:cxn modelId="{086D06C2-1989-442D-8BE1-B6DD771CF7B2}" type="presParOf" srcId="{5D57A079-52B7-4785-9308-5E4A03C52711}" destId="{A7C26F23-7A47-4C45-A3DA-A234184A46F0}" srcOrd="6" destOrd="0" presId="urn:microsoft.com/office/officeart/2008/layout/LinedList"/>
    <dgm:cxn modelId="{FD9C2364-4606-4CCB-B871-884E67D63E02}" type="presParOf" srcId="{A7C26F23-7A47-4C45-A3DA-A234184A46F0}" destId="{DCE4B493-342C-42D1-BB3B-D8AF7F1D7823}" srcOrd="0" destOrd="0" presId="urn:microsoft.com/office/officeart/2008/layout/LinedList"/>
    <dgm:cxn modelId="{568CFF88-AEFD-48C5-95D0-40959423F17B}" type="presParOf" srcId="{A7C26F23-7A47-4C45-A3DA-A234184A46F0}" destId="{DB25622D-6582-415F-83FC-504F8DE5C3A2}" srcOrd="1" destOrd="0" presId="urn:microsoft.com/office/officeart/2008/layout/LinedList"/>
    <dgm:cxn modelId="{2F45C148-3694-461D-9870-E36F9307F9D5}" type="presParOf" srcId="{A7C26F23-7A47-4C45-A3DA-A234184A46F0}" destId="{E4D5ABF2-2EBD-444A-A246-2D6F53468CF6}" srcOrd="2" destOrd="0" presId="urn:microsoft.com/office/officeart/2008/layout/LinedList"/>
    <dgm:cxn modelId="{A3F7B04E-A04A-4AD9-86DE-32F017ADD545}" type="presParOf" srcId="{7527B078-58A0-41A3-8D61-C5C01ECAFFF9}" destId="{12161794-1D0C-49A8-9FF3-2EE4E1519F7F}" srcOrd="2" destOrd="0" presId="urn:microsoft.com/office/officeart/2008/layout/LinedList"/>
    <dgm:cxn modelId="{7004D30A-59AD-4ECB-83E0-D0C4FA4A2AA0}" type="presParOf" srcId="{7527B078-58A0-41A3-8D61-C5C01ECAFFF9}" destId="{9E19FCB5-64E2-4A2B-9E1C-6DBD6B5E516E}" srcOrd="3" destOrd="0" presId="urn:microsoft.com/office/officeart/2008/layout/LinedList"/>
    <dgm:cxn modelId="{70B288ED-F7E3-486C-BB0B-0DAD704477A0}" type="presParOf" srcId="{7527B078-58A0-41A3-8D61-C5C01ECAFFF9}" destId="{692641B0-A3E9-4F90-A16A-5ACF8C337143}" srcOrd="4" destOrd="0" presId="urn:microsoft.com/office/officeart/2008/layout/LinedList"/>
    <dgm:cxn modelId="{660B0B93-DF75-4259-AB6E-531350B130ED}" type="presParOf" srcId="{692641B0-A3E9-4F90-A16A-5ACF8C337143}" destId="{239B9120-02FE-439D-A579-A07D1CA9574B}" srcOrd="0" destOrd="0" presId="urn:microsoft.com/office/officeart/2008/layout/LinedList"/>
    <dgm:cxn modelId="{EE114567-3B7B-4DBF-B386-8D1F923CAE9B}" type="presParOf" srcId="{692641B0-A3E9-4F90-A16A-5ACF8C337143}" destId="{452C2E4F-6ED3-4109-A984-52CF0C333BBA}" srcOrd="1" destOrd="0" presId="urn:microsoft.com/office/officeart/2008/layout/LinedList"/>
    <dgm:cxn modelId="{591AB655-C15C-4288-9FFE-C33B9F7D7F29}" type="presParOf" srcId="{692641B0-A3E9-4F90-A16A-5ACF8C337143}" destId="{1E4D4860-2EB5-46ED-A632-3C9BD446BF59}" srcOrd="2" destOrd="0" presId="urn:microsoft.com/office/officeart/2008/layout/LinedList"/>
    <dgm:cxn modelId="{4D0731D4-C872-484B-ACCE-62F99D32DD03}" type="presParOf" srcId="{1E4D4860-2EB5-46ED-A632-3C9BD446BF59}" destId="{FA138867-B55B-4F19-B077-391517A36356}" srcOrd="0" destOrd="0" presId="urn:microsoft.com/office/officeart/2008/layout/LinedList"/>
    <dgm:cxn modelId="{4DE92B8E-2C75-41FE-8B87-4C534C679FE7}" type="presParOf" srcId="{FA138867-B55B-4F19-B077-391517A36356}" destId="{68E5E3EA-49C4-4D4A-9B0A-42E0B9D4FC71}" srcOrd="0" destOrd="0" presId="urn:microsoft.com/office/officeart/2008/layout/LinedList"/>
    <dgm:cxn modelId="{347277BC-736E-402A-815C-C51C4BD7B97C}" type="presParOf" srcId="{FA138867-B55B-4F19-B077-391517A36356}" destId="{F73FA465-7AE2-4641-B978-A3F55242C37B}" srcOrd="1" destOrd="0" presId="urn:microsoft.com/office/officeart/2008/layout/LinedList"/>
    <dgm:cxn modelId="{8AAD4C4F-D401-4881-9F97-DD40D2492482}" type="presParOf" srcId="{FA138867-B55B-4F19-B077-391517A36356}" destId="{C6D7D955-5BAF-4081-8BED-0E7108160DF8}" srcOrd="2" destOrd="0" presId="urn:microsoft.com/office/officeart/2008/layout/LinedList"/>
    <dgm:cxn modelId="{2D805601-7A1E-4DEA-A63E-65B5C4AF84F7}" type="presParOf" srcId="{1E4D4860-2EB5-46ED-A632-3C9BD446BF59}" destId="{FEE7EEBA-1D98-46F8-AFDB-87D825952898}" srcOrd="1" destOrd="0" presId="urn:microsoft.com/office/officeart/2008/layout/LinedList"/>
    <dgm:cxn modelId="{0525F0BE-A91B-4D47-97CF-707C090ECEEB}" type="presParOf" srcId="{1E4D4860-2EB5-46ED-A632-3C9BD446BF59}" destId="{2AFCD1B2-3890-4A69-A22F-7600E13156BC}" srcOrd="2" destOrd="0" presId="urn:microsoft.com/office/officeart/2008/layout/LinedList"/>
    <dgm:cxn modelId="{DC907BB3-1084-4D3E-A2F8-3684E8000F31}" type="presParOf" srcId="{2AFCD1B2-3890-4A69-A22F-7600E13156BC}" destId="{E033ADF5-610B-4EEF-BB47-86E51F0589E4}" srcOrd="0" destOrd="0" presId="urn:microsoft.com/office/officeart/2008/layout/LinedList"/>
    <dgm:cxn modelId="{73BCA8AF-E688-4C49-B3DC-2DA2856E31C2}" type="presParOf" srcId="{2AFCD1B2-3890-4A69-A22F-7600E13156BC}" destId="{1713ACD4-689E-41F2-8E78-F44A0061895D}" srcOrd="1" destOrd="0" presId="urn:microsoft.com/office/officeart/2008/layout/LinedList"/>
    <dgm:cxn modelId="{C4CB09DA-2593-4CB8-939E-BBB204AC1BD1}" type="presParOf" srcId="{2AFCD1B2-3890-4A69-A22F-7600E13156BC}" destId="{6D7A10D0-3D6A-4938-BB79-2C62C787885D}" srcOrd="2" destOrd="0" presId="urn:microsoft.com/office/officeart/2008/layout/LinedList"/>
    <dgm:cxn modelId="{DB9F457A-5773-445A-9988-B0C353F93E84}" type="presParOf" srcId="{1E4D4860-2EB5-46ED-A632-3C9BD446BF59}" destId="{62319553-FC13-4300-8D08-D2F293A42931}" srcOrd="3" destOrd="0" presId="urn:microsoft.com/office/officeart/2008/layout/LinedList"/>
    <dgm:cxn modelId="{CDC3E4AD-0B0F-439D-9EE8-AC891329F79D}" type="presParOf" srcId="{1E4D4860-2EB5-46ED-A632-3C9BD446BF59}" destId="{CEB095F0-B087-45B0-BF3C-58130A2B2955}" srcOrd="4" destOrd="0" presId="urn:microsoft.com/office/officeart/2008/layout/LinedList"/>
    <dgm:cxn modelId="{FF26CC12-B83F-46F1-97FE-28D756C1453D}" type="presParOf" srcId="{CEB095F0-B087-45B0-BF3C-58130A2B2955}" destId="{B71F847F-D722-414A-BB9C-0ACD8CAF77C1}" srcOrd="0" destOrd="0" presId="urn:microsoft.com/office/officeart/2008/layout/LinedList"/>
    <dgm:cxn modelId="{CFBFE1D7-3DB9-4D3F-9B46-BF57A4EAECF0}" type="presParOf" srcId="{CEB095F0-B087-45B0-BF3C-58130A2B2955}" destId="{DADFDC68-9E69-409A-B3DB-D57AD01DD6F2}" srcOrd="1" destOrd="0" presId="urn:microsoft.com/office/officeart/2008/layout/LinedList"/>
    <dgm:cxn modelId="{64079ED1-9D18-4630-91DA-D55C2D65F56A}" type="presParOf" srcId="{CEB095F0-B087-45B0-BF3C-58130A2B2955}" destId="{0B8D0D98-D4C7-4F8C-B07F-76EB8A6A2434}" srcOrd="2" destOrd="0" presId="urn:microsoft.com/office/officeart/2008/layout/LinedList"/>
    <dgm:cxn modelId="{DAFC64BE-71C1-40D8-B73D-5A04C4F44EA3}" type="presParOf" srcId="{7527B078-58A0-41A3-8D61-C5C01ECAFFF9}" destId="{E11F0153-BAC9-475D-83DD-47C8E559742E}" srcOrd="5" destOrd="0" presId="urn:microsoft.com/office/officeart/2008/layout/LinedList"/>
    <dgm:cxn modelId="{893C3758-5C6B-4627-81E1-AE8780D429C2}" type="presParOf" srcId="{7527B078-58A0-41A3-8D61-C5C01ECAFFF9}" destId="{92DD9E66-3AD0-434D-A4A0-522C2E2AF971}" srcOrd="6" destOrd="0" presId="urn:microsoft.com/office/officeart/2008/layout/LinedList"/>
    <dgm:cxn modelId="{41CB43AE-4790-42C0-B423-EA3F989B01A0}" type="presParOf" srcId="{7527B078-58A0-41A3-8D61-C5C01ECAFFF9}" destId="{C8CF04FB-9647-44F7-AE10-BA481584B107}" srcOrd="7" destOrd="0" presId="urn:microsoft.com/office/officeart/2008/layout/LinedList"/>
    <dgm:cxn modelId="{6198726D-89A7-42F9-91DA-6DFE08FE9A0B}" type="presParOf" srcId="{C8CF04FB-9647-44F7-AE10-BA481584B107}" destId="{1920C24B-5210-472A-A649-70AF973530EE}" srcOrd="0" destOrd="0" presId="urn:microsoft.com/office/officeart/2008/layout/LinedList"/>
    <dgm:cxn modelId="{7285A1CD-1CC2-4A45-8C9E-96A3E07D8E27}" type="presParOf" srcId="{C8CF04FB-9647-44F7-AE10-BA481584B107}" destId="{60E7A99F-292B-498C-99B8-E2ADA67345D1}" srcOrd="1" destOrd="0" presId="urn:microsoft.com/office/officeart/2008/layout/LinedList"/>
    <dgm:cxn modelId="{C1BECE95-F2A0-4C7D-BD1A-DD637C4F9FFD}" type="presParOf" srcId="{C8CF04FB-9647-44F7-AE10-BA481584B107}" destId="{4D0B4F17-C013-4215-814B-CE3051570652}" srcOrd="2" destOrd="0" presId="urn:microsoft.com/office/officeart/2008/layout/LinedList"/>
    <dgm:cxn modelId="{60D9C181-964B-4C3D-8649-B7F36CF29D76}" type="presParOf" srcId="{4D0B4F17-C013-4215-814B-CE3051570652}" destId="{A2CC91F1-6BAD-46CC-826E-D934F3F5A6A4}" srcOrd="0" destOrd="0" presId="urn:microsoft.com/office/officeart/2008/layout/LinedList"/>
    <dgm:cxn modelId="{58AAFBB1-274A-4220-A96C-5F2F6826FDE4}" type="presParOf" srcId="{A2CC91F1-6BAD-46CC-826E-D934F3F5A6A4}" destId="{02C28049-F03F-4CAC-9D05-11CDFA8C0095}" srcOrd="0" destOrd="0" presId="urn:microsoft.com/office/officeart/2008/layout/LinedList"/>
    <dgm:cxn modelId="{ED226919-5796-4CFF-89F3-D4DD0D3C8394}" type="presParOf" srcId="{A2CC91F1-6BAD-46CC-826E-D934F3F5A6A4}" destId="{BE6C2580-050E-441A-B7D8-7A22228E1181}" srcOrd="1" destOrd="0" presId="urn:microsoft.com/office/officeart/2008/layout/LinedList"/>
    <dgm:cxn modelId="{066CB526-F62B-4089-A27A-4C01DFF814BE}" type="presParOf" srcId="{A2CC91F1-6BAD-46CC-826E-D934F3F5A6A4}" destId="{93A04588-9556-4FED-B39D-0C8F106EB4B1}" srcOrd="2" destOrd="0" presId="urn:microsoft.com/office/officeart/2008/layout/LinedList"/>
    <dgm:cxn modelId="{30EE9694-1B09-4BD1-9F2F-3EA72F44996E}" type="presParOf" srcId="{4D0B4F17-C013-4215-814B-CE3051570652}" destId="{AFBEBDA7-388D-44C4-B8D2-789AE74F4051}" srcOrd="1" destOrd="0" presId="urn:microsoft.com/office/officeart/2008/layout/LinedList"/>
    <dgm:cxn modelId="{0A1E00D7-C107-44DB-BC2B-40E9C312313C}" type="presParOf" srcId="{4D0B4F17-C013-4215-814B-CE3051570652}" destId="{17AFB2CC-F763-4E0A-A570-4039F6F1B898}" srcOrd="2" destOrd="0" presId="urn:microsoft.com/office/officeart/2008/layout/LinedList"/>
    <dgm:cxn modelId="{26003D83-D8B5-43D1-A0DA-05CE2BECE83A}" type="presParOf" srcId="{17AFB2CC-F763-4E0A-A570-4039F6F1B898}" destId="{5C25AE8D-43CE-4B3B-992C-CBF4806A1BFE}" srcOrd="0" destOrd="0" presId="urn:microsoft.com/office/officeart/2008/layout/LinedList"/>
    <dgm:cxn modelId="{CF8B7CAE-3C2E-4569-A41E-82E71DE35228}" type="presParOf" srcId="{17AFB2CC-F763-4E0A-A570-4039F6F1B898}" destId="{E7320A32-2ECA-4DBF-8D5A-D6868542B290}" srcOrd="1" destOrd="0" presId="urn:microsoft.com/office/officeart/2008/layout/LinedList"/>
    <dgm:cxn modelId="{7FCC9B46-3978-41D4-8194-3AAE38798231}" type="presParOf" srcId="{17AFB2CC-F763-4E0A-A570-4039F6F1B898}" destId="{F2D12BDB-376C-454C-851D-5007CBDFC95C}" srcOrd="2" destOrd="0" presId="urn:microsoft.com/office/officeart/2008/layout/LinedList"/>
    <dgm:cxn modelId="{92F3A184-18CA-41DD-A7DF-B190422BC392}" type="presParOf" srcId="{7527B078-58A0-41A3-8D61-C5C01ECAFFF9}" destId="{4448F87C-6F1F-4339-A061-75AF9BE78CCC}" srcOrd="8" destOrd="0" presId="urn:microsoft.com/office/officeart/2008/layout/LinedList"/>
    <dgm:cxn modelId="{13238994-7763-41DE-9188-E5A1ED8BF3B1}" type="presParOf" srcId="{7527B078-58A0-41A3-8D61-C5C01ECAFFF9}" destId="{370181F6-F7EE-4D22-AC09-39656DB9FE27}" srcOrd="9" destOrd="0" presId="urn:microsoft.com/office/officeart/2008/layout/LinedList"/>
    <dgm:cxn modelId="{5CB07EA1-02FC-45B7-90A4-90C8FA3D12CE}" type="presParOf" srcId="{7527B078-58A0-41A3-8D61-C5C01ECAFFF9}" destId="{19CD3C58-95E6-4550-B966-B5DE66245E81}" srcOrd="10" destOrd="0" presId="urn:microsoft.com/office/officeart/2008/layout/LinedList"/>
    <dgm:cxn modelId="{E22165F5-8B8F-44F5-AF16-A60D60836903}" type="presParOf" srcId="{19CD3C58-95E6-4550-B966-B5DE66245E81}" destId="{7B04CA34-487A-4984-9F47-BBBCB35714DA}" srcOrd="0" destOrd="0" presId="urn:microsoft.com/office/officeart/2008/layout/LinedList"/>
    <dgm:cxn modelId="{E3F5D163-C128-4ED0-BC78-62A124D80D53}" type="presParOf" srcId="{19CD3C58-95E6-4550-B966-B5DE66245E81}" destId="{27E70328-DFDE-4827-95C1-5956C4D0EE08}" srcOrd="1" destOrd="0" presId="urn:microsoft.com/office/officeart/2008/layout/LinedList"/>
    <dgm:cxn modelId="{425BC62F-C5BB-4049-9112-2C6046C8314B}" type="presParOf" srcId="{19CD3C58-95E6-4550-B966-B5DE66245E81}" destId="{1917C051-4375-49BE-A367-97E8C6D60694}" srcOrd="2" destOrd="0" presId="urn:microsoft.com/office/officeart/2008/layout/LinedList"/>
    <dgm:cxn modelId="{65A3B023-3323-486A-BD6E-08D34ECDC705}" type="presParOf" srcId="{1917C051-4375-49BE-A367-97E8C6D60694}" destId="{C360536A-25AE-4697-94B0-41FF3F51D375}" srcOrd="0" destOrd="0" presId="urn:microsoft.com/office/officeart/2008/layout/LinedList"/>
    <dgm:cxn modelId="{B673B884-EE29-4F2E-BF1B-633F8D0AE20E}" type="presParOf" srcId="{C360536A-25AE-4697-94B0-41FF3F51D375}" destId="{85FB76FC-12F3-4990-A4E9-E9CEA97DD2D4}" srcOrd="0" destOrd="0" presId="urn:microsoft.com/office/officeart/2008/layout/LinedList"/>
    <dgm:cxn modelId="{CA832E04-894F-4709-A05C-16B0BDEC25CE}" type="presParOf" srcId="{C360536A-25AE-4697-94B0-41FF3F51D375}" destId="{2EAAC23D-1B5B-47D2-8E6D-C208E5066A1A}" srcOrd="1" destOrd="0" presId="urn:microsoft.com/office/officeart/2008/layout/LinedList"/>
    <dgm:cxn modelId="{8E0782D1-0D12-4BC3-A92E-CC9A1844E0DA}" type="presParOf" srcId="{C360536A-25AE-4697-94B0-41FF3F51D375}" destId="{598D5758-1526-4216-81E5-213724F75104}" srcOrd="2" destOrd="0" presId="urn:microsoft.com/office/officeart/2008/layout/LinedList"/>
    <dgm:cxn modelId="{F815AF76-FAD1-498A-B93F-E5544ED7DC5C}" type="presParOf" srcId="{1917C051-4375-49BE-A367-97E8C6D60694}" destId="{F9A54AE0-A956-46B9-987F-2413C18F23C4}" srcOrd="1" destOrd="0" presId="urn:microsoft.com/office/officeart/2008/layout/LinedList"/>
    <dgm:cxn modelId="{4D89E0B7-6FD5-48BA-8BEA-904F47FA1D20}" type="presParOf" srcId="{1917C051-4375-49BE-A367-97E8C6D60694}" destId="{9E6DE872-7E22-46E8-8F6E-46A8B8905B38}" srcOrd="2" destOrd="0" presId="urn:microsoft.com/office/officeart/2008/layout/LinedList"/>
    <dgm:cxn modelId="{1DB8B7A4-8F6B-417B-BB5F-527B95B589B3}" type="presParOf" srcId="{9E6DE872-7E22-46E8-8F6E-46A8B8905B38}" destId="{B3E70284-BB77-46DD-9F1C-F9C756BC2D84}" srcOrd="0" destOrd="0" presId="urn:microsoft.com/office/officeart/2008/layout/LinedList"/>
    <dgm:cxn modelId="{6A4CC8BC-40C4-44E8-8E82-9A5781F6E0BF}" type="presParOf" srcId="{9E6DE872-7E22-46E8-8F6E-46A8B8905B38}" destId="{893BDAC4-E1FC-4425-B52C-91BC1FDFE88B}" srcOrd="1" destOrd="0" presId="urn:microsoft.com/office/officeart/2008/layout/LinedList"/>
    <dgm:cxn modelId="{F1022DA7-B419-4788-88B9-F3B5ECB3DE31}" type="presParOf" srcId="{9E6DE872-7E22-46E8-8F6E-46A8B8905B38}" destId="{7F224295-30C7-4C6E-8389-746CAFF903D2}" srcOrd="2" destOrd="0" presId="urn:microsoft.com/office/officeart/2008/layout/LinedList"/>
    <dgm:cxn modelId="{8CB322DE-57A9-4F99-BE36-A37E5F2C36DE}" type="presParOf" srcId="{7527B078-58A0-41A3-8D61-C5C01ECAFFF9}" destId="{5E9A1705-F9CC-482D-AF3C-C38953AA4C5B}" srcOrd="11" destOrd="0" presId="urn:microsoft.com/office/officeart/2008/layout/LinedList"/>
    <dgm:cxn modelId="{98F75A4C-DEF9-448A-9104-89F385B90F00}" type="presParOf" srcId="{7527B078-58A0-41A3-8D61-C5C01ECAFFF9}" destId="{B9E9A265-0CE7-4CFA-9617-28E35CC34C60}" srcOrd="12" destOrd="0" presId="urn:microsoft.com/office/officeart/2008/layout/LinedList"/>
    <dgm:cxn modelId="{4B662411-7A44-4C49-AF68-481BAB5CFA38}" type="presParOf" srcId="{7527B078-58A0-41A3-8D61-C5C01ECAFFF9}" destId="{39931C75-FA83-4D58-AAC3-C65F1812EE9E}" srcOrd="13" destOrd="0" presId="urn:microsoft.com/office/officeart/2008/layout/LinedList"/>
    <dgm:cxn modelId="{E814DDF7-8346-4A88-A4DB-FE805892D7B8}" type="presParOf" srcId="{39931C75-FA83-4D58-AAC3-C65F1812EE9E}" destId="{D7F9BE4B-EC92-4345-9E97-34D2EA07C382}" srcOrd="0" destOrd="0" presId="urn:microsoft.com/office/officeart/2008/layout/LinedList"/>
    <dgm:cxn modelId="{AB0F226D-1AD3-4D0C-9653-B817267841EF}" type="presParOf" srcId="{39931C75-FA83-4D58-AAC3-C65F1812EE9E}" destId="{450D6EF2-4946-4254-8AE4-195102A39C89}" srcOrd="1" destOrd="0" presId="urn:microsoft.com/office/officeart/2008/layout/LinedList"/>
    <dgm:cxn modelId="{730939AF-17EA-4114-92BE-CB650CAF6235}" type="presParOf" srcId="{39931C75-FA83-4D58-AAC3-C65F1812EE9E}" destId="{C3E83B42-829C-4533-A3A7-98D10F49DED9}" srcOrd="2" destOrd="0" presId="urn:microsoft.com/office/officeart/2008/layout/LinedList"/>
    <dgm:cxn modelId="{FBB828EC-D031-4D01-AFDB-E087292942AD}" type="presParOf" srcId="{C3E83B42-829C-4533-A3A7-98D10F49DED9}" destId="{9C112A77-6681-4FB5-8781-48009A101C9C}" srcOrd="0" destOrd="0" presId="urn:microsoft.com/office/officeart/2008/layout/LinedList"/>
    <dgm:cxn modelId="{CBB641D7-2366-45F1-B20F-5336965176C1}" type="presParOf" srcId="{9C112A77-6681-4FB5-8781-48009A101C9C}" destId="{1ACEC140-BD4A-41FA-88E3-B91B1AA9231C}" srcOrd="0" destOrd="0" presId="urn:microsoft.com/office/officeart/2008/layout/LinedList"/>
    <dgm:cxn modelId="{1AF728BE-7BF1-4B23-994D-062E83AA3A50}" type="presParOf" srcId="{9C112A77-6681-4FB5-8781-48009A101C9C}" destId="{A3AA7DB5-B645-4232-9D76-C2DCCB42F840}" srcOrd="1" destOrd="0" presId="urn:microsoft.com/office/officeart/2008/layout/LinedList"/>
    <dgm:cxn modelId="{50779F43-A6E9-4AD5-85A8-DCF4112971C2}" type="presParOf" srcId="{9C112A77-6681-4FB5-8781-48009A101C9C}" destId="{3F20E9B1-8EF7-42F4-BFE0-DB7EE32B4514}" srcOrd="2" destOrd="0" presId="urn:microsoft.com/office/officeart/2008/layout/LinedList"/>
    <dgm:cxn modelId="{EF6DF568-BFC3-497E-8902-40B31DA83B7E}" type="presParOf" srcId="{C3E83B42-829C-4533-A3A7-98D10F49DED9}" destId="{56C06CC3-2802-4DA4-ABE4-F06A05ECCB37}" srcOrd="1" destOrd="0" presId="urn:microsoft.com/office/officeart/2008/layout/LinedList"/>
    <dgm:cxn modelId="{337CA658-8830-4513-8DF3-58BB4441E418}" type="presParOf" srcId="{C3E83B42-829C-4533-A3A7-98D10F49DED9}" destId="{38486079-8A3E-4F1B-BBA6-BAB7539D60E0}" srcOrd="2" destOrd="0" presId="urn:microsoft.com/office/officeart/2008/layout/LinedList"/>
    <dgm:cxn modelId="{DE9E65ED-CAF9-416A-9D01-77B2453F91E9}" type="presParOf" srcId="{38486079-8A3E-4F1B-BBA6-BAB7539D60E0}" destId="{6C2A5694-46BE-4D93-BC59-F0913A0D3054}" srcOrd="0" destOrd="0" presId="urn:microsoft.com/office/officeart/2008/layout/LinedList"/>
    <dgm:cxn modelId="{F5A72A61-FEC3-4F59-B09C-E2964AE9146B}" type="presParOf" srcId="{38486079-8A3E-4F1B-BBA6-BAB7539D60E0}" destId="{D571DCE5-FFB6-4E0C-B0FE-252FA2B3F1AB}" srcOrd="1" destOrd="0" presId="urn:microsoft.com/office/officeart/2008/layout/LinedList"/>
    <dgm:cxn modelId="{DDBCD1FC-F203-4C82-A9F4-6DC657FE7D79}" type="presParOf" srcId="{38486079-8A3E-4F1B-BBA6-BAB7539D60E0}" destId="{18B60EE6-2404-4F67-B262-685C33D7A1E3}" srcOrd="2" destOrd="0" presId="urn:microsoft.com/office/officeart/2008/layout/LinedList"/>
    <dgm:cxn modelId="{3AAFAC0A-08B1-46FF-923A-03B268D85C64}" type="presParOf" srcId="{C3E83B42-829C-4533-A3A7-98D10F49DED9}" destId="{6032519F-8C70-4E1E-80A8-6E8922EC22DB}" srcOrd="3" destOrd="0" presId="urn:microsoft.com/office/officeart/2008/layout/LinedList"/>
    <dgm:cxn modelId="{CFEF633C-67C6-4A12-A984-0983E8459625}" type="presParOf" srcId="{C3E83B42-829C-4533-A3A7-98D10F49DED9}" destId="{43942BB7-D7B5-41C1-A097-3878A9136E13}" srcOrd="4" destOrd="0" presId="urn:microsoft.com/office/officeart/2008/layout/LinedList"/>
    <dgm:cxn modelId="{C51B2C2A-1E87-4C03-97C2-ACD0B911B2F8}" type="presParOf" srcId="{43942BB7-D7B5-41C1-A097-3878A9136E13}" destId="{62004B67-FD33-4E1E-82C5-8285C8973D67}" srcOrd="0" destOrd="0" presId="urn:microsoft.com/office/officeart/2008/layout/LinedList"/>
    <dgm:cxn modelId="{C53436DC-17FB-4F71-8DED-79776548E17E}" type="presParOf" srcId="{43942BB7-D7B5-41C1-A097-3878A9136E13}" destId="{5F88BF17-BE9B-4C7A-941B-EF686805C2E2}" srcOrd="1" destOrd="0" presId="urn:microsoft.com/office/officeart/2008/layout/LinedList"/>
    <dgm:cxn modelId="{530ABE31-0BBC-4215-9632-B404A8EAD028}" type="presParOf" srcId="{43942BB7-D7B5-41C1-A097-3878A9136E13}" destId="{34058A87-A9C2-4DDF-B548-D4D48BD5C965}" srcOrd="2" destOrd="0" presId="urn:microsoft.com/office/officeart/2008/layout/LinedList"/>
    <dgm:cxn modelId="{7D86FC16-4537-4FFE-B8CE-90B58C495D3B}" type="presParOf" srcId="{C3E83B42-829C-4533-A3A7-98D10F49DED9}" destId="{A3B8FE6C-1C82-40E7-8455-A2E34AFBC44F}" srcOrd="5" destOrd="0" presId="urn:microsoft.com/office/officeart/2008/layout/LinedList"/>
    <dgm:cxn modelId="{DFCE61DF-96D1-4F45-9B8B-845289A09F24}" type="presParOf" srcId="{C3E83B42-829C-4533-A3A7-98D10F49DED9}" destId="{1130FC3F-B599-42EE-B392-F34CC0CC9129}" srcOrd="6" destOrd="0" presId="urn:microsoft.com/office/officeart/2008/layout/LinedList"/>
    <dgm:cxn modelId="{8FEC9288-4948-45C8-AF8B-5026D485D687}" type="presParOf" srcId="{1130FC3F-B599-42EE-B392-F34CC0CC9129}" destId="{37F90617-18DC-4127-ADB0-64F2C4D7AE91}" srcOrd="0" destOrd="0" presId="urn:microsoft.com/office/officeart/2008/layout/LinedList"/>
    <dgm:cxn modelId="{BD25A242-75B2-4773-AB2B-6F6A150D2F4A}" type="presParOf" srcId="{1130FC3F-B599-42EE-B392-F34CC0CC9129}" destId="{01156071-E3B0-4A69-BA02-1D3A6DA0E3C6}" srcOrd="1" destOrd="0" presId="urn:microsoft.com/office/officeart/2008/layout/LinedList"/>
    <dgm:cxn modelId="{27C76CE9-0FAC-4C84-863D-82EA17077BD8}" type="presParOf" srcId="{1130FC3F-B599-42EE-B392-F34CC0CC9129}" destId="{AF35E288-8979-4314-B86D-68A855746631}" srcOrd="2" destOrd="0" presId="urn:microsoft.com/office/officeart/2008/layout/LinedList"/>
    <dgm:cxn modelId="{0A8C21C9-86AE-4769-80E0-1AB95CD8DD4E}" type="presParOf" srcId="{7527B078-58A0-41A3-8D61-C5C01ECAFFF9}" destId="{C72346D4-F644-422D-9F2E-987D224AE18C}" srcOrd="14" destOrd="0" presId="urn:microsoft.com/office/officeart/2008/layout/LinedList"/>
    <dgm:cxn modelId="{73815A13-2BC7-414C-BB31-ACD82AE9CAD3}" type="presParOf" srcId="{7527B078-58A0-41A3-8D61-C5C01ECAFFF9}" destId="{68EAF856-BD34-4DEE-B486-C1D85D292810}" srcOrd="15" destOrd="0" presId="urn:microsoft.com/office/officeart/2008/layout/LinedList"/>
    <dgm:cxn modelId="{79DE9E05-EA2C-468C-B1F4-8097A400BA8E}" type="presParOf" srcId="{7527B078-58A0-41A3-8D61-C5C01ECAFFF9}" destId="{1AF1882F-A7F7-4059-9B0A-D6A35B8AB8DC}" srcOrd="16" destOrd="0" presId="urn:microsoft.com/office/officeart/2008/layout/LinedList"/>
    <dgm:cxn modelId="{901A3267-879D-4C1C-88D3-FF4379CB0D3C}" type="presParOf" srcId="{1AF1882F-A7F7-4059-9B0A-D6A35B8AB8DC}" destId="{964D3AF3-FA3A-4441-8BAF-21A64B85B09D}" srcOrd="0" destOrd="0" presId="urn:microsoft.com/office/officeart/2008/layout/LinedList"/>
    <dgm:cxn modelId="{A8843D80-9C91-4C52-8F75-781370BBA800}" type="presParOf" srcId="{1AF1882F-A7F7-4059-9B0A-D6A35B8AB8DC}" destId="{DB08AC12-6C98-4685-A7D3-031953318D6F}" srcOrd="1" destOrd="0" presId="urn:microsoft.com/office/officeart/2008/layout/LinedList"/>
    <dgm:cxn modelId="{A6418177-A5EA-4FF1-B92B-82D9935049BB}" type="presParOf" srcId="{1AF1882F-A7F7-4059-9B0A-D6A35B8AB8DC}" destId="{DC4045BD-DE9C-41C7-8B3A-E7F51BFACAAF}" srcOrd="2" destOrd="0" presId="urn:microsoft.com/office/officeart/2008/layout/LinedList"/>
    <dgm:cxn modelId="{2578FD18-44F9-4F2F-93A5-C554A98503E4}" type="presParOf" srcId="{DC4045BD-DE9C-41C7-8B3A-E7F51BFACAAF}" destId="{94919EC7-D67A-4BAC-A2A2-B2D682DACFFF}" srcOrd="0" destOrd="0" presId="urn:microsoft.com/office/officeart/2008/layout/LinedList"/>
    <dgm:cxn modelId="{24222170-F7F2-4E11-AC96-556ECDD6C918}" type="presParOf" srcId="{94919EC7-D67A-4BAC-A2A2-B2D682DACFFF}" destId="{778E00C3-A753-40C9-9304-B355CE6D389F}" srcOrd="0" destOrd="0" presId="urn:microsoft.com/office/officeart/2008/layout/LinedList"/>
    <dgm:cxn modelId="{763163EF-2D7A-47E7-A791-3B54D826EA21}" type="presParOf" srcId="{94919EC7-D67A-4BAC-A2A2-B2D682DACFFF}" destId="{22DD46AF-FB54-448C-896B-32303A65B788}" srcOrd="1" destOrd="0" presId="urn:microsoft.com/office/officeart/2008/layout/LinedList"/>
    <dgm:cxn modelId="{BFE138CF-3AA2-427C-905D-736467BAC5CB}" type="presParOf" srcId="{94919EC7-D67A-4BAC-A2A2-B2D682DACFFF}" destId="{B46EEE00-6C7F-490B-80BE-1830221FB749}" srcOrd="2" destOrd="0" presId="urn:microsoft.com/office/officeart/2008/layout/LinedList"/>
    <dgm:cxn modelId="{92D88F23-84B3-4300-8683-C9993FEA869A}" type="presParOf" srcId="{DC4045BD-DE9C-41C7-8B3A-E7F51BFACAAF}" destId="{1A279C1B-FE20-49F5-A0D8-F83FC29E23A5}" srcOrd="1" destOrd="0" presId="urn:microsoft.com/office/officeart/2008/layout/LinedList"/>
    <dgm:cxn modelId="{E3B16189-4799-4A45-98F3-1B126963AD7E}" type="presParOf" srcId="{DC4045BD-DE9C-41C7-8B3A-E7F51BFACAAF}" destId="{B6314C37-38A7-490C-A30F-DE5A58E76209}" srcOrd="2" destOrd="0" presId="urn:microsoft.com/office/officeart/2008/layout/LinedList"/>
    <dgm:cxn modelId="{B3ED94DC-433F-4411-BB18-6A757AF9E3CE}" type="presParOf" srcId="{B6314C37-38A7-490C-A30F-DE5A58E76209}" destId="{AB9A96EA-0D1A-4FB5-9AA9-B17DB2AFDBB2}" srcOrd="0" destOrd="0" presId="urn:microsoft.com/office/officeart/2008/layout/LinedList"/>
    <dgm:cxn modelId="{8A3992E9-5BFB-453D-84D7-CC843898C917}" type="presParOf" srcId="{B6314C37-38A7-490C-A30F-DE5A58E76209}" destId="{44801A6B-13B7-4344-A64B-68860DCA6726}" srcOrd="1" destOrd="0" presId="urn:microsoft.com/office/officeart/2008/layout/LinedList"/>
    <dgm:cxn modelId="{005A395D-F7E6-4BD1-9FF6-7824F1D0E6EA}" type="presParOf" srcId="{B6314C37-38A7-490C-A30F-DE5A58E76209}" destId="{C9AD0137-CEA4-40AD-ADA6-8012EBF2B3AF}" srcOrd="2" destOrd="0" presId="urn:microsoft.com/office/officeart/2008/layout/LinedList"/>
    <dgm:cxn modelId="{4DB208DF-92C8-4D32-8FC3-23878FD8A0CC}" type="presParOf" srcId="{7527B078-58A0-41A3-8D61-C5C01ECAFFF9}" destId="{5FD31C86-FF13-43B3-9B46-5E13E6C31910}" srcOrd="17" destOrd="0" presId="urn:microsoft.com/office/officeart/2008/layout/LinedList"/>
    <dgm:cxn modelId="{4C3D3951-84CC-4EFF-828E-8BDE52EA56D6}" type="presParOf" srcId="{7527B078-58A0-41A3-8D61-C5C01ECAFFF9}" destId="{FD90DD0B-5C37-459D-B1BE-AF644A92B922}" srcOrd="18"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1C695-80C4-440B-83C9-AE68D4EB4F68}">
      <dsp:nvSpPr>
        <dsp:cNvPr id="0" name=""/>
        <dsp:cNvSpPr/>
      </dsp:nvSpPr>
      <dsp:spPr>
        <a:xfrm>
          <a:off x="0" y="0"/>
          <a:ext cx="8824522" cy="0"/>
        </a:xfrm>
        <a:prstGeom prst="line">
          <a:avLst/>
        </a:prstGeom>
        <a:solidFill>
          <a:schemeClr val="accent6">
            <a:shade val="8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866C65-E138-4006-96DF-3100137E70D8}">
      <dsp:nvSpPr>
        <dsp:cNvPr id="0" name=""/>
        <dsp:cNvSpPr/>
      </dsp:nvSpPr>
      <dsp:spPr>
        <a:xfrm>
          <a:off x="0" y="0"/>
          <a:ext cx="2514439" cy="5418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lvl="0" algn="l" defTabSz="1600200">
            <a:lnSpc>
              <a:spcPct val="90000"/>
            </a:lnSpc>
            <a:spcBef>
              <a:spcPct val="0"/>
            </a:spcBef>
            <a:spcAft>
              <a:spcPct val="35000"/>
            </a:spcAft>
          </a:pPr>
          <a:r>
            <a:rPr lang="es-ES" sz="3600" kern="1200" dirty="0" smtClean="0"/>
            <a:t>-&gt; Settings</a:t>
          </a:r>
          <a:endParaRPr lang="es-ES" sz="3600" kern="1200" dirty="0"/>
        </a:p>
      </dsp:txBody>
      <dsp:txXfrm>
        <a:off x="0" y="0"/>
        <a:ext cx="2514439" cy="5418667"/>
      </dsp:txXfrm>
    </dsp:sp>
    <dsp:sp modelId="{5EAAF32C-A069-42FE-A67E-F73DD3EB91D2}">
      <dsp:nvSpPr>
        <dsp:cNvPr id="0" name=""/>
        <dsp:cNvSpPr/>
      </dsp:nvSpPr>
      <dsp:spPr>
        <a:xfrm>
          <a:off x="2632587" y="42664"/>
          <a:ext cx="3032481" cy="85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lvl="0" algn="l" defTabSz="1600200">
            <a:lnSpc>
              <a:spcPct val="90000"/>
            </a:lnSpc>
            <a:spcBef>
              <a:spcPct val="0"/>
            </a:spcBef>
            <a:spcAft>
              <a:spcPct val="35000"/>
            </a:spcAft>
          </a:pPr>
          <a:r>
            <a:rPr lang="es-ES" sz="3600" kern="1200" dirty="0" err="1" smtClean="0"/>
            <a:t>Configuration</a:t>
          </a:r>
          <a:endParaRPr lang="es-ES" sz="3600" kern="1200" dirty="0"/>
        </a:p>
      </dsp:txBody>
      <dsp:txXfrm>
        <a:off x="2632587" y="42664"/>
        <a:ext cx="3032481" cy="853281"/>
      </dsp:txXfrm>
    </dsp:sp>
    <dsp:sp modelId="{CC77248F-2C44-4D3B-A97B-9011369E9393}">
      <dsp:nvSpPr>
        <dsp:cNvPr id="0" name=""/>
        <dsp:cNvSpPr/>
      </dsp:nvSpPr>
      <dsp:spPr>
        <a:xfrm>
          <a:off x="5783217" y="42664"/>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solidFill>
                <a:srgbClr val="1F65B7"/>
              </a:solidFill>
            </a:rPr>
            <a:t>Token</a:t>
          </a:r>
          <a:r>
            <a:rPr lang="es-ES" sz="900" kern="1200" dirty="0" smtClean="0"/>
            <a:t> (ch)</a:t>
          </a:r>
          <a:endParaRPr lang="es-ES" sz="900" kern="1200" dirty="0"/>
        </a:p>
      </dsp:txBody>
      <dsp:txXfrm>
        <a:off x="5783217" y="42664"/>
        <a:ext cx="3032481" cy="213320"/>
      </dsp:txXfrm>
    </dsp:sp>
    <dsp:sp modelId="{7FFA893A-235C-4953-AE04-CDD9D3396B49}">
      <dsp:nvSpPr>
        <dsp:cNvPr id="0" name=""/>
        <dsp:cNvSpPr/>
      </dsp:nvSpPr>
      <dsp:spPr>
        <a:xfrm>
          <a:off x="5665069" y="255984"/>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DB74F6-A61A-4E13-A109-072DD03AD140}">
      <dsp:nvSpPr>
        <dsp:cNvPr id="0" name=""/>
        <dsp:cNvSpPr/>
      </dsp:nvSpPr>
      <dsp:spPr>
        <a:xfrm>
          <a:off x="5783217" y="255984"/>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Bot</a:t>
          </a:r>
          <a:endParaRPr lang="es-ES" sz="900" kern="1200" dirty="0"/>
        </a:p>
      </dsp:txBody>
      <dsp:txXfrm>
        <a:off x="5783217" y="255984"/>
        <a:ext cx="3032481" cy="213320"/>
      </dsp:txXfrm>
    </dsp:sp>
    <dsp:sp modelId="{766B48CE-2E6D-4831-97CF-63FA9745276F}">
      <dsp:nvSpPr>
        <dsp:cNvPr id="0" name=""/>
        <dsp:cNvSpPr/>
      </dsp:nvSpPr>
      <dsp:spPr>
        <a:xfrm>
          <a:off x="5665069" y="469304"/>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CBE93C-86F5-44C8-8FED-3E8B3B11B55A}">
      <dsp:nvSpPr>
        <dsp:cNvPr id="0" name=""/>
        <dsp:cNvSpPr/>
      </dsp:nvSpPr>
      <dsp:spPr>
        <a:xfrm>
          <a:off x="5783217" y="469304"/>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Updater</a:t>
          </a:r>
          <a:endParaRPr lang="es-ES" sz="900" kern="1200" dirty="0"/>
        </a:p>
      </dsp:txBody>
      <dsp:txXfrm>
        <a:off x="5783217" y="469304"/>
        <a:ext cx="3032481" cy="213320"/>
      </dsp:txXfrm>
    </dsp:sp>
    <dsp:sp modelId="{4140DEAA-C3F4-4F65-9F7E-17552015D16C}">
      <dsp:nvSpPr>
        <dsp:cNvPr id="0" name=""/>
        <dsp:cNvSpPr/>
      </dsp:nvSpPr>
      <dsp:spPr>
        <a:xfrm>
          <a:off x="5665069" y="682625"/>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25622D-6582-415F-83FC-504F8DE5C3A2}">
      <dsp:nvSpPr>
        <dsp:cNvPr id="0" name=""/>
        <dsp:cNvSpPr/>
      </dsp:nvSpPr>
      <dsp:spPr>
        <a:xfrm>
          <a:off x="5783217" y="682625"/>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smtClean="0"/>
            <a:t>Settings </a:t>
          </a:r>
          <a:r>
            <a:rPr lang="es-ES" sz="900" kern="1200" dirty="0" err="1" smtClean="0"/>
            <a:t>directory</a:t>
          </a:r>
          <a:r>
            <a:rPr lang="es-ES" sz="900" kern="1200" dirty="0" smtClean="0"/>
            <a:t> (ch)</a:t>
          </a:r>
          <a:endParaRPr lang="es-ES" sz="900" kern="1200" dirty="0"/>
        </a:p>
      </dsp:txBody>
      <dsp:txXfrm>
        <a:off x="5783217" y="682625"/>
        <a:ext cx="3032481" cy="213320"/>
      </dsp:txXfrm>
    </dsp:sp>
    <dsp:sp modelId="{12161794-1D0C-49A8-9FF3-2EE4E1519F7F}">
      <dsp:nvSpPr>
        <dsp:cNvPr id="0" name=""/>
        <dsp:cNvSpPr/>
      </dsp:nvSpPr>
      <dsp:spPr>
        <a:xfrm>
          <a:off x="2514439" y="895945"/>
          <a:ext cx="630126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2C2E4F-6ED3-4109-A984-52CF0C333BBA}">
      <dsp:nvSpPr>
        <dsp:cNvPr id="0" name=""/>
        <dsp:cNvSpPr/>
      </dsp:nvSpPr>
      <dsp:spPr>
        <a:xfrm>
          <a:off x="2632587" y="938609"/>
          <a:ext cx="3032481" cy="85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lvl="0" algn="l" defTabSz="1600200">
            <a:lnSpc>
              <a:spcPct val="90000"/>
            </a:lnSpc>
            <a:spcBef>
              <a:spcPct val="0"/>
            </a:spcBef>
            <a:spcAft>
              <a:spcPct val="35000"/>
            </a:spcAft>
          </a:pPr>
          <a:r>
            <a:rPr lang="es-ES" sz="3600" kern="1200" dirty="0" err="1" smtClean="0">
              <a:solidFill>
                <a:srgbClr val="1F65B7"/>
              </a:solidFill>
            </a:rPr>
            <a:t>Users</a:t>
          </a:r>
          <a:endParaRPr lang="es-ES" sz="3600" kern="1200" dirty="0" smtClean="0">
            <a:solidFill>
              <a:srgbClr val="1F65B7"/>
            </a:solidFill>
          </a:endParaRPr>
        </a:p>
      </dsp:txBody>
      <dsp:txXfrm>
        <a:off x="2632587" y="938609"/>
        <a:ext cx="3032481" cy="853281"/>
      </dsp:txXfrm>
    </dsp:sp>
    <dsp:sp modelId="{F73FA465-7AE2-4641-B978-A3F55242C37B}">
      <dsp:nvSpPr>
        <dsp:cNvPr id="0" name=""/>
        <dsp:cNvSpPr/>
      </dsp:nvSpPr>
      <dsp:spPr>
        <a:xfrm>
          <a:off x="5783217" y="938609"/>
          <a:ext cx="3032481" cy="28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Allowed</a:t>
          </a:r>
          <a:r>
            <a:rPr lang="es-ES" sz="900" kern="1200" dirty="0" smtClean="0"/>
            <a:t> (ch vector)</a:t>
          </a:r>
        </a:p>
      </dsp:txBody>
      <dsp:txXfrm>
        <a:off x="5783217" y="938609"/>
        <a:ext cx="3032481" cy="284149"/>
      </dsp:txXfrm>
    </dsp:sp>
    <dsp:sp modelId="{FEE7EEBA-1D98-46F8-AFDB-87D825952898}">
      <dsp:nvSpPr>
        <dsp:cNvPr id="0" name=""/>
        <dsp:cNvSpPr/>
      </dsp:nvSpPr>
      <dsp:spPr>
        <a:xfrm>
          <a:off x="5665069" y="1222758"/>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713ACD4-689E-41F2-8E78-F44A0061895D}">
      <dsp:nvSpPr>
        <dsp:cNvPr id="0" name=""/>
        <dsp:cNvSpPr/>
      </dsp:nvSpPr>
      <dsp:spPr>
        <a:xfrm>
          <a:off x="5783217" y="1222758"/>
          <a:ext cx="3032481" cy="28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Admin</a:t>
          </a:r>
          <a:r>
            <a:rPr lang="es-ES" sz="900" kern="1200" dirty="0" smtClean="0"/>
            <a:t> (ch vector)</a:t>
          </a:r>
        </a:p>
      </dsp:txBody>
      <dsp:txXfrm>
        <a:off x="5783217" y="1222758"/>
        <a:ext cx="3032481" cy="284149"/>
      </dsp:txXfrm>
    </dsp:sp>
    <dsp:sp modelId="{62319553-FC13-4300-8D08-D2F293A42931}">
      <dsp:nvSpPr>
        <dsp:cNvPr id="0" name=""/>
        <dsp:cNvSpPr/>
      </dsp:nvSpPr>
      <dsp:spPr>
        <a:xfrm>
          <a:off x="5665069" y="1506908"/>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DFDC68-9E69-409A-B3DB-D57AD01DD6F2}">
      <dsp:nvSpPr>
        <dsp:cNvPr id="0" name=""/>
        <dsp:cNvSpPr/>
      </dsp:nvSpPr>
      <dsp:spPr>
        <a:xfrm>
          <a:off x="5783217" y="1506908"/>
          <a:ext cx="3032481" cy="28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To_allow</a:t>
          </a:r>
          <a:r>
            <a:rPr lang="es-ES" sz="900" kern="1200" dirty="0" smtClean="0"/>
            <a:t> (ch vector)</a:t>
          </a:r>
        </a:p>
      </dsp:txBody>
      <dsp:txXfrm>
        <a:off x="5783217" y="1506908"/>
        <a:ext cx="3032481" cy="284149"/>
      </dsp:txXfrm>
    </dsp:sp>
    <dsp:sp modelId="{E11F0153-BAC9-475D-83DD-47C8E559742E}">
      <dsp:nvSpPr>
        <dsp:cNvPr id="0" name=""/>
        <dsp:cNvSpPr/>
      </dsp:nvSpPr>
      <dsp:spPr>
        <a:xfrm>
          <a:off x="2514439" y="1791890"/>
          <a:ext cx="630126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E7A99F-292B-498C-99B8-E2ADA67345D1}">
      <dsp:nvSpPr>
        <dsp:cNvPr id="0" name=""/>
        <dsp:cNvSpPr/>
      </dsp:nvSpPr>
      <dsp:spPr>
        <a:xfrm>
          <a:off x="2632587" y="1834554"/>
          <a:ext cx="3032481" cy="85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lvl="0" algn="l" defTabSz="1600200">
            <a:lnSpc>
              <a:spcPct val="90000"/>
            </a:lnSpc>
            <a:spcBef>
              <a:spcPct val="0"/>
            </a:spcBef>
            <a:spcAft>
              <a:spcPct val="35000"/>
            </a:spcAft>
          </a:pPr>
          <a:r>
            <a:rPr lang="es-ES" sz="3600" kern="1200" dirty="0" smtClean="0"/>
            <a:t>Databases</a:t>
          </a:r>
          <a:endParaRPr lang="es-ES" sz="1000" kern="1200" dirty="0"/>
        </a:p>
      </dsp:txBody>
      <dsp:txXfrm>
        <a:off x="2632587" y="1834554"/>
        <a:ext cx="3032481" cy="853281"/>
      </dsp:txXfrm>
    </dsp:sp>
    <dsp:sp modelId="{BE6C2580-050E-441A-B7D8-7A22228E1181}">
      <dsp:nvSpPr>
        <dsp:cNvPr id="0" name=""/>
        <dsp:cNvSpPr/>
      </dsp:nvSpPr>
      <dsp:spPr>
        <a:xfrm>
          <a:off x="5783217" y="1834554"/>
          <a:ext cx="3032481" cy="42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Directory</a:t>
          </a:r>
          <a:r>
            <a:rPr lang="es-ES" sz="900" kern="1200" dirty="0" smtClean="0"/>
            <a:t> (ch vector)</a:t>
          </a:r>
          <a:endParaRPr lang="es-ES" sz="900" kern="1200" dirty="0"/>
        </a:p>
      </dsp:txBody>
      <dsp:txXfrm>
        <a:off x="5783217" y="1834554"/>
        <a:ext cx="3032481" cy="426640"/>
      </dsp:txXfrm>
    </dsp:sp>
    <dsp:sp modelId="{AFBEBDA7-388D-44C4-B8D2-789AE74F4051}">
      <dsp:nvSpPr>
        <dsp:cNvPr id="0" name=""/>
        <dsp:cNvSpPr/>
      </dsp:nvSpPr>
      <dsp:spPr>
        <a:xfrm>
          <a:off x="5665069" y="2261195"/>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320A32-2ECA-4DBF-8D5A-D6868542B290}">
      <dsp:nvSpPr>
        <dsp:cNvPr id="0" name=""/>
        <dsp:cNvSpPr/>
      </dsp:nvSpPr>
      <dsp:spPr>
        <a:xfrm>
          <a:off x="5783217" y="2261195"/>
          <a:ext cx="3032481" cy="42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Filename</a:t>
          </a:r>
          <a:r>
            <a:rPr lang="es-ES" sz="900" kern="1200" dirty="0" smtClean="0"/>
            <a:t> (ch vector)</a:t>
          </a:r>
          <a:endParaRPr lang="es-ES" sz="900" kern="1200" dirty="0"/>
        </a:p>
      </dsp:txBody>
      <dsp:txXfrm>
        <a:off x="5783217" y="2261195"/>
        <a:ext cx="3032481" cy="426640"/>
      </dsp:txXfrm>
    </dsp:sp>
    <dsp:sp modelId="{4448F87C-6F1F-4339-A061-75AF9BE78CCC}">
      <dsp:nvSpPr>
        <dsp:cNvPr id="0" name=""/>
        <dsp:cNvSpPr/>
      </dsp:nvSpPr>
      <dsp:spPr>
        <a:xfrm>
          <a:off x="2514439" y="2687836"/>
          <a:ext cx="630126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E70328-DFDE-4827-95C1-5956C4D0EE08}">
      <dsp:nvSpPr>
        <dsp:cNvPr id="0" name=""/>
        <dsp:cNvSpPr/>
      </dsp:nvSpPr>
      <dsp:spPr>
        <a:xfrm>
          <a:off x="2632587" y="2730500"/>
          <a:ext cx="3032481" cy="85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lvl="0" algn="l" defTabSz="1600200">
            <a:lnSpc>
              <a:spcPct val="90000"/>
            </a:lnSpc>
            <a:spcBef>
              <a:spcPct val="0"/>
            </a:spcBef>
            <a:spcAft>
              <a:spcPct val="35000"/>
            </a:spcAft>
          </a:pPr>
          <a:r>
            <a:rPr lang="es-ES" sz="3600" kern="1200" dirty="0" smtClean="0">
              <a:solidFill>
                <a:srgbClr val="1F65B7"/>
              </a:solidFill>
            </a:rPr>
            <a:t>Content</a:t>
          </a:r>
        </a:p>
      </dsp:txBody>
      <dsp:txXfrm>
        <a:off x="2632587" y="2730500"/>
        <a:ext cx="3032481" cy="853281"/>
      </dsp:txXfrm>
    </dsp:sp>
    <dsp:sp modelId="{2EAAC23D-1B5B-47D2-8E6D-C208E5066A1A}">
      <dsp:nvSpPr>
        <dsp:cNvPr id="0" name=""/>
        <dsp:cNvSpPr/>
      </dsp:nvSpPr>
      <dsp:spPr>
        <a:xfrm>
          <a:off x="5783217" y="2730500"/>
          <a:ext cx="3032481" cy="42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Empty</a:t>
          </a:r>
          <a:r>
            <a:rPr lang="es-ES" sz="900" kern="1200" dirty="0" smtClean="0"/>
            <a:t> (ch vector)</a:t>
          </a:r>
        </a:p>
      </dsp:txBody>
      <dsp:txXfrm>
        <a:off x="5783217" y="2730500"/>
        <a:ext cx="3032481" cy="426640"/>
      </dsp:txXfrm>
    </dsp:sp>
    <dsp:sp modelId="{F9A54AE0-A956-46B9-987F-2413C18F23C4}">
      <dsp:nvSpPr>
        <dsp:cNvPr id="0" name=""/>
        <dsp:cNvSpPr/>
      </dsp:nvSpPr>
      <dsp:spPr>
        <a:xfrm>
          <a:off x="5665069" y="3157140"/>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3BDAC4-E1FC-4425-B52C-91BC1FDFE88B}">
      <dsp:nvSpPr>
        <dsp:cNvPr id="0" name=""/>
        <dsp:cNvSpPr/>
      </dsp:nvSpPr>
      <dsp:spPr>
        <a:xfrm>
          <a:off x="5783217" y="3157140"/>
          <a:ext cx="3032481" cy="42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Tasks</a:t>
          </a:r>
          <a:r>
            <a:rPr lang="es-ES" sz="900" kern="1200" dirty="0" smtClean="0"/>
            <a:t> (ch vector)</a:t>
          </a:r>
        </a:p>
      </dsp:txBody>
      <dsp:txXfrm>
        <a:off x="5783217" y="3157140"/>
        <a:ext cx="3032481" cy="426640"/>
      </dsp:txXfrm>
    </dsp:sp>
    <dsp:sp modelId="{5E9A1705-F9CC-482D-AF3C-C38953AA4C5B}">
      <dsp:nvSpPr>
        <dsp:cNvPr id="0" name=""/>
        <dsp:cNvSpPr/>
      </dsp:nvSpPr>
      <dsp:spPr>
        <a:xfrm>
          <a:off x="2514439" y="3583781"/>
          <a:ext cx="630126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0D6EF2-4946-4254-8AE4-195102A39C89}">
      <dsp:nvSpPr>
        <dsp:cNvPr id="0" name=""/>
        <dsp:cNvSpPr/>
      </dsp:nvSpPr>
      <dsp:spPr>
        <a:xfrm>
          <a:off x="2632587" y="3626445"/>
          <a:ext cx="3032481" cy="85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lvl="0" algn="l" defTabSz="1600200">
            <a:lnSpc>
              <a:spcPct val="90000"/>
            </a:lnSpc>
            <a:spcBef>
              <a:spcPct val="0"/>
            </a:spcBef>
            <a:spcAft>
              <a:spcPct val="35000"/>
            </a:spcAft>
          </a:pPr>
          <a:r>
            <a:rPr lang="es-ES" sz="3600" kern="1200" dirty="0" err="1" smtClean="0"/>
            <a:t>Locations</a:t>
          </a:r>
          <a:endParaRPr lang="es-ES" sz="3600" kern="1200" dirty="0" smtClean="0"/>
        </a:p>
      </dsp:txBody>
      <dsp:txXfrm>
        <a:off x="2632587" y="3626445"/>
        <a:ext cx="3032481" cy="853281"/>
      </dsp:txXfrm>
    </dsp:sp>
    <dsp:sp modelId="{A3AA7DB5-B645-4232-9D76-C2DCCB42F840}">
      <dsp:nvSpPr>
        <dsp:cNvPr id="0" name=""/>
        <dsp:cNvSpPr/>
      </dsp:nvSpPr>
      <dsp:spPr>
        <a:xfrm>
          <a:off x="5783217" y="3626445"/>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Plots</a:t>
          </a:r>
          <a:endParaRPr lang="es-ES" sz="900" kern="1200" dirty="0" smtClean="0"/>
        </a:p>
      </dsp:txBody>
      <dsp:txXfrm>
        <a:off x="5783217" y="3626445"/>
        <a:ext cx="3032481" cy="213320"/>
      </dsp:txXfrm>
    </dsp:sp>
    <dsp:sp modelId="{56C06CC3-2802-4DA4-ABE4-F06A05ECCB37}">
      <dsp:nvSpPr>
        <dsp:cNvPr id="0" name=""/>
        <dsp:cNvSpPr/>
      </dsp:nvSpPr>
      <dsp:spPr>
        <a:xfrm>
          <a:off x="5665069" y="3839765"/>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71DCE5-FFB6-4E0C-B0FE-252FA2B3F1AB}">
      <dsp:nvSpPr>
        <dsp:cNvPr id="0" name=""/>
        <dsp:cNvSpPr/>
      </dsp:nvSpPr>
      <dsp:spPr>
        <a:xfrm>
          <a:off x="5783217" y="3839765"/>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Segments</a:t>
          </a:r>
          <a:endParaRPr lang="es-ES" sz="900" kern="1200" dirty="0" smtClean="0"/>
        </a:p>
      </dsp:txBody>
      <dsp:txXfrm>
        <a:off x="5783217" y="3839765"/>
        <a:ext cx="3032481" cy="213320"/>
      </dsp:txXfrm>
    </dsp:sp>
    <dsp:sp modelId="{6032519F-8C70-4E1E-80A8-6E8922EC22DB}">
      <dsp:nvSpPr>
        <dsp:cNvPr id="0" name=""/>
        <dsp:cNvSpPr/>
      </dsp:nvSpPr>
      <dsp:spPr>
        <a:xfrm>
          <a:off x="5665069" y="4053086"/>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88BF17-BE9B-4C7A-941B-EF686805C2E2}">
      <dsp:nvSpPr>
        <dsp:cNvPr id="0" name=""/>
        <dsp:cNvSpPr/>
      </dsp:nvSpPr>
      <dsp:spPr>
        <a:xfrm>
          <a:off x="5783217" y="4053086"/>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Labels</a:t>
          </a:r>
          <a:endParaRPr lang="es-ES" sz="900" kern="1200" dirty="0" smtClean="0"/>
        </a:p>
      </dsp:txBody>
      <dsp:txXfrm>
        <a:off x="5783217" y="4053086"/>
        <a:ext cx="3032481" cy="213320"/>
      </dsp:txXfrm>
    </dsp:sp>
    <dsp:sp modelId="{A3B8FE6C-1C82-40E7-8455-A2E34AFBC44F}">
      <dsp:nvSpPr>
        <dsp:cNvPr id="0" name=""/>
        <dsp:cNvSpPr/>
      </dsp:nvSpPr>
      <dsp:spPr>
        <a:xfrm>
          <a:off x="5665069" y="4266406"/>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156071-E3B0-4A69-BA02-1D3A6DA0E3C6}">
      <dsp:nvSpPr>
        <dsp:cNvPr id="0" name=""/>
        <dsp:cNvSpPr/>
      </dsp:nvSpPr>
      <dsp:spPr>
        <a:xfrm>
          <a:off x="5783217" y="4266406"/>
          <a:ext cx="3032481" cy="213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Basemap</a:t>
          </a:r>
          <a:endParaRPr lang="es-ES" sz="900" kern="1200" dirty="0" smtClean="0"/>
        </a:p>
      </dsp:txBody>
      <dsp:txXfrm>
        <a:off x="5783217" y="4266406"/>
        <a:ext cx="3032481" cy="213320"/>
      </dsp:txXfrm>
    </dsp:sp>
    <dsp:sp modelId="{C72346D4-F644-422D-9F2E-987D224AE18C}">
      <dsp:nvSpPr>
        <dsp:cNvPr id="0" name=""/>
        <dsp:cNvSpPr/>
      </dsp:nvSpPr>
      <dsp:spPr>
        <a:xfrm>
          <a:off x="2514439" y="4479726"/>
          <a:ext cx="630126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08AC12-6C98-4685-A7D3-031953318D6F}">
      <dsp:nvSpPr>
        <dsp:cNvPr id="0" name=""/>
        <dsp:cNvSpPr/>
      </dsp:nvSpPr>
      <dsp:spPr>
        <a:xfrm>
          <a:off x="2632587" y="4522390"/>
          <a:ext cx="3032481" cy="85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lvl="0" algn="l" defTabSz="1600200">
            <a:lnSpc>
              <a:spcPct val="90000"/>
            </a:lnSpc>
            <a:spcBef>
              <a:spcPct val="0"/>
            </a:spcBef>
            <a:spcAft>
              <a:spcPct val="35000"/>
            </a:spcAft>
          </a:pPr>
          <a:r>
            <a:rPr lang="es-ES" sz="3600" kern="1200" dirty="0" err="1" smtClean="0"/>
            <a:t>Interaction</a:t>
          </a:r>
          <a:endParaRPr lang="es-ES" sz="3600" kern="1200" dirty="0" smtClean="0"/>
        </a:p>
      </dsp:txBody>
      <dsp:txXfrm>
        <a:off x="2632587" y="4522390"/>
        <a:ext cx="3032481" cy="853281"/>
      </dsp:txXfrm>
    </dsp:sp>
    <dsp:sp modelId="{22DD46AF-FB54-448C-896B-32303A65B788}">
      <dsp:nvSpPr>
        <dsp:cNvPr id="0" name=""/>
        <dsp:cNvSpPr/>
      </dsp:nvSpPr>
      <dsp:spPr>
        <a:xfrm>
          <a:off x="5783217" y="4522390"/>
          <a:ext cx="3032481" cy="42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smtClean="0"/>
            <a:t>Commands</a:t>
          </a:r>
        </a:p>
      </dsp:txBody>
      <dsp:txXfrm>
        <a:off x="5783217" y="4522390"/>
        <a:ext cx="3032481" cy="426640"/>
      </dsp:txXfrm>
    </dsp:sp>
    <dsp:sp modelId="{1A279C1B-FE20-49F5-A0D8-F83FC29E23A5}">
      <dsp:nvSpPr>
        <dsp:cNvPr id="0" name=""/>
        <dsp:cNvSpPr/>
      </dsp:nvSpPr>
      <dsp:spPr>
        <a:xfrm>
          <a:off x="5665069" y="4949031"/>
          <a:ext cx="3032481"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801A6B-13B7-4344-A64B-68860DCA6726}">
      <dsp:nvSpPr>
        <dsp:cNvPr id="0" name=""/>
        <dsp:cNvSpPr/>
      </dsp:nvSpPr>
      <dsp:spPr>
        <a:xfrm>
          <a:off x="5783217" y="4949031"/>
          <a:ext cx="3032481" cy="42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lvl="0" algn="l" defTabSz="400050">
            <a:lnSpc>
              <a:spcPct val="90000"/>
            </a:lnSpc>
            <a:spcBef>
              <a:spcPct val="0"/>
            </a:spcBef>
            <a:spcAft>
              <a:spcPct val="35000"/>
            </a:spcAft>
          </a:pPr>
          <a:r>
            <a:rPr lang="es-ES" sz="900" kern="1200" dirty="0" err="1" smtClean="0"/>
            <a:t>Descriptions</a:t>
          </a:r>
          <a:endParaRPr lang="es-ES" sz="900" kern="1200" dirty="0" smtClean="0"/>
        </a:p>
      </dsp:txBody>
      <dsp:txXfrm>
        <a:off x="5783217" y="4949031"/>
        <a:ext cx="3032481" cy="426640"/>
      </dsp:txXfrm>
    </dsp:sp>
    <dsp:sp modelId="{5FD31C86-FF13-43B3-9B46-5E13E6C31910}">
      <dsp:nvSpPr>
        <dsp:cNvPr id="0" name=""/>
        <dsp:cNvSpPr/>
      </dsp:nvSpPr>
      <dsp:spPr>
        <a:xfrm>
          <a:off x="2514439" y="5375672"/>
          <a:ext cx="630126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ES"/>
          </a:p>
        </p:txBody>
      </p:sp>
      <p:sp>
        <p:nvSpPr>
          <p:cNvPr id="4" name="Marcador de fecha 3"/>
          <p:cNvSpPr>
            <a:spLocks noGrp="1"/>
          </p:cNvSpPr>
          <p:nvPr>
            <p:ph type="dt" sz="half" idx="10"/>
          </p:nvPr>
        </p:nvSpPr>
        <p:spPr/>
        <p:txBody>
          <a:bodyPr/>
          <a:lstStyle/>
          <a:p>
            <a:fld id="{00078C21-7AB3-4A1D-9A75-1CC817C55917}"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833383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00078C21-7AB3-4A1D-9A75-1CC817C55917}"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871431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00078C21-7AB3-4A1D-9A75-1CC817C55917}"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116646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00078C21-7AB3-4A1D-9A75-1CC817C55917}"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124999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00078C21-7AB3-4A1D-9A75-1CC817C55917}" type="datetimeFigureOut">
              <a:rPr lang="es-ES" smtClean="0"/>
              <a:t>24/09/2024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815752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00078C21-7AB3-4A1D-9A75-1CC817C55917}" type="datetimeFigureOut">
              <a:rPr lang="es-ES" smtClean="0"/>
              <a:t>24/09/2024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144740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0078C21-7AB3-4A1D-9A75-1CC817C55917}" type="datetimeFigureOut">
              <a:rPr lang="es-ES" smtClean="0"/>
              <a:t>24/09/2024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1909217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0078C21-7AB3-4A1D-9A75-1CC817C55917}"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3068328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0078C21-7AB3-4A1D-9A75-1CC817C55917}"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255906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00078C21-7AB3-4A1D-9A75-1CC817C55917}"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2099743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00078C21-7AB3-4A1D-9A75-1CC817C55917}"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D946C69-4CC2-490D-A9E4-9D663109B5DA}" type="slidenum">
              <a:rPr lang="es-ES" smtClean="0"/>
              <a:t>‹Nº›</a:t>
            </a:fld>
            <a:endParaRPr lang="es-ES"/>
          </a:p>
        </p:txBody>
      </p:sp>
    </p:spTree>
    <p:extLst>
      <p:ext uri="{BB962C8B-B14F-4D97-AF65-F5344CB8AC3E}">
        <p14:creationId xmlns:p14="http://schemas.microsoft.com/office/powerpoint/2010/main" val="165367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078C21-7AB3-4A1D-9A75-1CC817C55917}" type="datetimeFigureOut">
              <a:rPr lang="es-ES" smtClean="0"/>
              <a:t>24/09/2024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46C69-4CC2-490D-A9E4-9D663109B5DA}" type="slidenum">
              <a:rPr lang="es-ES" smtClean="0"/>
              <a:t>‹Nº›</a:t>
            </a:fld>
            <a:endParaRPr lang="es-ES"/>
          </a:p>
        </p:txBody>
      </p:sp>
    </p:spTree>
    <p:extLst>
      <p:ext uri="{BB962C8B-B14F-4D97-AF65-F5344CB8AC3E}">
        <p14:creationId xmlns:p14="http://schemas.microsoft.com/office/powerpoint/2010/main" val="33495769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Workflow</a:t>
            </a:r>
            <a:endParaRPr lang="es-ES" dirty="0"/>
          </a:p>
        </p:txBody>
      </p:sp>
      <p:sp>
        <p:nvSpPr>
          <p:cNvPr id="3" name="Marcador de contenido 2"/>
          <p:cNvSpPr>
            <a:spLocks noGrp="1"/>
          </p:cNvSpPr>
          <p:nvPr>
            <p:ph idx="1"/>
          </p:nvPr>
        </p:nvSpPr>
        <p:spPr/>
        <p:txBody>
          <a:bodyPr/>
          <a:lstStyle/>
          <a:p>
            <a:pPr marL="342900" indent="-342900">
              <a:buAutoNum type="arabicPeriod"/>
            </a:pPr>
            <a:r>
              <a:rPr lang="es-ES" dirty="0" smtClean="0">
                <a:hlinkClick r:id="rId2" action="ppaction://hlinksldjump"/>
              </a:rPr>
              <a:t>Settings</a:t>
            </a:r>
            <a:endParaRPr lang="es-ES" dirty="0"/>
          </a:p>
          <a:p>
            <a:pPr marL="342900" indent="-342900">
              <a:buAutoNum type="arabicPeriod"/>
            </a:pPr>
            <a:r>
              <a:rPr lang="es-ES" dirty="0" smtClean="0">
                <a:hlinkClick r:id="rId3" action="ppaction://hlinksldjump"/>
              </a:rPr>
              <a:t>Databases</a:t>
            </a:r>
            <a:endParaRPr lang="es-ES" dirty="0" smtClean="0"/>
          </a:p>
          <a:p>
            <a:pPr marL="342900" indent="-342900">
              <a:buAutoNum type="arabicPeriod"/>
            </a:pPr>
            <a:r>
              <a:rPr lang="es-ES" dirty="0" smtClean="0"/>
              <a:t>Commands</a:t>
            </a:r>
            <a:endParaRPr lang="es-ES" dirty="0"/>
          </a:p>
          <a:p>
            <a:pPr marL="342900" indent="-342900">
              <a:buAutoNum type="arabicPeriod"/>
            </a:pPr>
            <a:r>
              <a:rPr lang="es-ES" dirty="0"/>
              <a:t>Maps</a:t>
            </a:r>
          </a:p>
          <a:p>
            <a:pPr marL="342900" indent="-342900">
              <a:buAutoNum type="arabicPeriod"/>
            </a:pPr>
            <a:r>
              <a:rPr lang="es-ES" dirty="0"/>
              <a:t>R package </a:t>
            </a:r>
            <a:r>
              <a:rPr lang="es-ES" dirty="0" smtClean="0"/>
              <a:t>building</a:t>
            </a:r>
            <a:endParaRPr lang="es-ES" dirty="0"/>
          </a:p>
          <a:p>
            <a:pPr marL="342900" indent="-342900">
              <a:buAutoNum type="arabicPeriod"/>
            </a:pPr>
            <a:r>
              <a:rPr lang="es-ES" dirty="0" smtClean="0"/>
              <a:t>Functions</a:t>
            </a:r>
            <a:endParaRPr lang="es-ES" dirty="0"/>
          </a:p>
        </p:txBody>
      </p:sp>
    </p:spTree>
    <p:extLst>
      <p:ext uri="{BB962C8B-B14F-4D97-AF65-F5344CB8AC3E}">
        <p14:creationId xmlns:p14="http://schemas.microsoft.com/office/powerpoint/2010/main" val="1500292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Settings</a:t>
            </a:r>
            <a:endParaRPr lang="es-ES" dirty="0"/>
          </a:p>
        </p:txBody>
      </p:sp>
      <p:sp>
        <p:nvSpPr>
          <p:cNvPr id="3" name="Marcador de contenido 2"/>
          <p:cNvSpPr>
            <a:spLocks noGrp="1"/>
          </p:cNvSpPr>
          <p:nvPr>
            <p:ph idx="1"/>
          </p:nvPr>
        </p:nvSpPr>
        <p:spPr>
          <a:xfrm>
            <a:off x="838200" y="1825625"/>
            <a:ext cx="3304592" cy="4351338"/>
          </a:xfrm>
        </p:spPr>
        <p:txBody>
          <a:bodyPr/>
          <a:lstStyle/>
          <a:p>
            <a:r>
              <a:rPr lang="es-ES" dirty="0" smtClean="0"/>
              <a:t>Donde almaceno la </a:t>
            </a:r>
            <a:r>
              <a:rPr lang="es-ES" dirty="0" err="1" smtClean="0"/>
              <a:t>info</a:t>
            </a:r>
            <a:r>
              <a:rPr lang="es-ES" dirty="0" smtClean="0"/>
              <a:t> de dos bases de datos</a:t>
            </a:r>
            <a:endParaRPr lang="es-ES" dirty="0"/>
          </a:p>
        </p:txBody>
      </p:sp>
      <p:graphicFrame>
        <p:nvGraphicFramePr>
          <p:cNvPr id="4" name="Diagrama 3"/>
          <p:cNvGraphicFramePr/>
          <p:nvPr>
            <p:extLst>
              <p:ext uri="{D42A27DB-BD31-4B8C-83A1-F6EECF244321}">
                <p14:modId xmlns:p14="http://schemas.microsoft.com/office/powerpoint/2010/main" val="141061431"/>
              </p:ext>
            </p:extLst>
          </p:nvPr>
        </p:nvGraphicFramePr>
        <p:xfrm>
          <a:off x="2633472" y="646328"/>
          <a:ext cx="8824522"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uadroTexto 5"/>
          <p:cNvSpPr txBox="1"/>
          <p:nvPr/>
        </p:nvSpPr>
        <p:spPr>
          <a:xfrm>
            <a:off x="5318449" y="2090057"/>
            <a:ext cx="2603241" cy="369332"/>
          </a:xfrm>
          <a:prstGeom prst="rect">
            <a:avLst/>
          </a:prstGeom>
          <a:noFill/>
        </p:spPr>
        <p:txBody>
          <a:bodyPr wrap="square" rtlCol="0">
            <a:spAutoFit/>
          </a:bodyPr>
          <a:lstStyle/>
          <a:p>
            <a:pPr lvl="0"/>
            <a:r>
              <a:rPr lang="es-ES" dirty="0"/>
              <a:t>(</a:t>
            </a:r>
            <a:r>
              <a:rPr lang="es-ES" dirty="0" err="1"/>
              <a:t>could</a:t>
            </a:r>
            <a:r>
              <a:rPr lang="es-ES" dirty="0"/>
              <a:t> be more tan </a:t>
            </a:r>
            <a:r>
              <a:rPr lang="es-ES" dirty="0" err="1"/>
              <a:t>one</a:t>
            </a:r>
            <a:r>
              <a:rPr lang="es-ES" dirty="0" smtClean="0"/>
              <a:t>)</a:t>
            </a:r>
          </a:p>
        </p:txBody>
      </p:sp>
      <p:cxnSp>
        <p:nvCxnSpPr>
          <p:cNvPr id="8" name="Conector recto de flecha 7"/>
          <p:cNvCxnSpPr>
            <a:endCxn id="6" idx="1"/>
          </p:cNvCxnSpPr>
          <p:nvPr/>
        </p:nvCxnSpPr>
        <p:spPr>
          <a:xfrm>
            <a:off x="3890865" y="2274723"/>
            <a:ext cx="14275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3921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Databases</a:t>
            </a:r>
            <a:endParaRPr lang="es-ES" dirty="0"/>
          </a:p>
        </p:txBody>
      </p:sp>
      <p:sp>
        <p:nvSpPr>
          <p:cNvPr id="3" name="Marcador de contenido 2"/>
          <p:cNvSpPr>
            <a:spLocks noGrp="1"/>
          </p:cNvSpPr>
          <p:nvPr>
            <p:ph idx="1"/>
          </p:nvPr>
        </p:nvSpPr>
        <p:spPr/>
        <p:txBody>
          <a:bodyPr/>
          <a:lstStyle/>
          <a:p>
            <a:r>
              <a:rPr lang="es-ES" dirty="0" smtClean="0"/>
              <a:t>Van a ser .</a:t>
            </a:r>
            <a:r>
              <a:rPr lang="es-ES" dirty="0" err="1" smtClean="0"/>
              <a:t>csv</a:t>
            </a:r>
            <a:r>
              <a:rPr lang="es-ES" dirty="0" smtClean="0"/>
              <a:t> </a:t>
            </a:r>
          </a:p>
          <a:p>
            <a:r>
              <a:rPr lang="es-ES" dirty="0" smtClean="0"/>
              <a:t>Función de pasar a calendario editable </a:t>
            </a:r>
          </a:p>
          <a:p>
            <a:r>
              <a:rPr lang="es-ES" dirty="0" smtClean="0"/>
              <a:t>Que el calendario editable se tenga que refrescar </a:t>
            </a:r>
          </a:p>
          <a:p>
            <a:r>
              <a:rPr lang="es-ES" dirty="0" smtClean="0"/>
              <a:t>Puede que con una app de </a:t>
            </a:r>
            <a:r>
              <a:rPr lang="es-ES" dirty="0" err="1" smtClean="0"/>
              <a:t>shiny</a:t>
            </a:r>
            <a:r>
              <a:rPr lang="es-ES" dirty="0" smtClean="0"/>
              <a:t>? Aún no lo tengo claro</a:t>
            </a:r>
            <a:endParaRPr lang="es-ES" dirty="0"/>
          </a:p>
        </p:txBody>
      </p:sp>
    </p:spTree>
    <p:extLst>
      <p:ext uri="{BB962C8B-B14F-4D97-AF65-F5344CB8AC3E}">
        <p14:creationId xmlns:p14="http://schemas.microsoft.com/office/powerpoint/2010/main" val="4681482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Commands</a:t>
            </a:r>
            <a:endParaRPr lang="es-ES" dirty="0"/>
          </a:p>
        </p:txBody>
      </p:sp>
      <p:sp>
        <p:nvSpPr>
          <p:cNvPr id="3" name="Marcador de contenido 2"/>
          <p:cNvSpPr>
            <a:spLocks noGrp="1"/>
          </p:cNvSpPr>
          <p:nvPr>
            <p:ph idx="1"/>
          </p:nvPr>
        </p:nvSpPr>
        <p:spPr/>
        <p:txBody>
          <a:bodyPr/>
          <a:lstStyle/>
          <a:p>
            <a:r>
              <a:rPr lang="es-ES" dirty="0" smtClean="0"/>
              <a:t>/</a:t>
            </a:r>
            <a:r>
              <a:rPr lang="es-ES" dirty="0" err="1" smtClean="0"/>
              <a:t>nest</a:t>
            </a:r>
            <a:endParaRPr lang="es-ES" dirty="0" smtClean="0"/>
          </a:p>
          <a:p>
            <a:r>
              <a:rPr lang="es-ES" dirty="0" smtClean="0"/>
              <a:t>/</a:t>
            </a:r>
            <a:r>
              <a:rPr lang="es-ES" dirty="0" err="1" smtClean="0"/>
              <a:t>rewrite</a:t>
            </a:r>
            <a:endParaRPr lang="es-ES" dirty="0" smtClean="0"/>
          </a:p>
          <a:p>
            <a:r>
              <a:rPr lang="es-ES" dirty="0" smtClean="0"/>
              <a:t>/</a:t>
            </a:r>
            <a:r>
              <a:rPr lang="es-ES" dirty="0" err="1" smtClean="0"/>
              <a:t>view</a:t>
            </a:r>
            <a:endParaRPr lang="es-ES" dirty="0" smtClean="0"/>
          </a:p>
          <a:p>
            <a:r>
              <a:rPr lang="es-ES" dirty="0" smtClean="0"/>
              <a:t>/</a:t>
            </a:r>
            <a:r>
              <a:rPr lang="es-ES" dirty="0" err="1" smtClean="0"/>
              <a:t>tasksmap</a:t>
            </a:r>
            <a:endParaRPr lang="es-ES" dirty="0" smtClean="0"/>
          </a:p>
          <a:p>
            <a:r>
              <a:rPr lang="es-ES" dirty="0" smtClean="0"/>
              <a:t>/</a:t>
            </a:r>
            <a:r>
              <a:rPr lang="es-ES" dirty="0" err="1" smtClean="0"/>
              <a:t>statusmap</a:t>
            </a:r>
            <a:endParaRPr lang="es-ES" dirty="0" smtClean="0"/>
          </a:p>
          <a:p>
            <a:r>
              <a:rPr lang="es-ES" dirty="0" smtClean="0"/>
              <a:t>/</a:t>
            </a:r>
            <a:r>
              <a:rPr lang="es-ES" dirty="0" err="1" smtClean="0"/>
              <a:t>peoplemap</a:t>
            </a:r>
            <a:endParaRPr lang="es-ES" dirty="0" smtClean="0"/>
          </a:p>
          <a:p>
            <a:r>
              <a:rPr lang="es-ES" dirty="0" smtClean="0"/>
              <a:t>/</a:t>
            </a:r>
            <a:r>
              <a:rPr lang="es-ES" dirty="0" err="1" smtClean="0"/>
              <a:t>taskdescription</a:t>
            </a:r>
            <a:r>
              <a:rPr lang="es-ES" dirty="0" smtClean="0"/>
              <a:t>, /</a:t>
            </a:r>
            <a:r>
              <a:rPr lang="es-ES" dirty="0" err="1" smtClean="0"/>
              <a:t>help</a:t>
            </a:r>
            <a:r>
              <a:rPr lang="es-ES" dirty="0" smtClean="0"/>
              <a:t>, /</a:t>
            </a:r>
            <a:r>
              <a:rPr lang="es-ES" dirty="0" err="1" smtClean="0"/>
              <a:t>start</a:t>
            </a:r>
            <a:endParaRPr lang="es-ES" dirty="0" smtClean="0"/>
          </a:p>
          <a:p>
            <a:endParaRPr lang="es-ES" dirty="0"/>
          </a:p>
        </p:txBody>
      </p:sp>
    </p:spTree>
    <p:extLst>
      <p:ext uri="{BB962C8B-B14F-4D97-AF65-F5344CB8AC3E}">
        <p14:creationId xmlns:p14="http://schemas.microsoft.com/office/powerpoint/2010/main" val="346336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Functions</a:t>
            </a:r>
            <a:endParaRPr lang="es-ES" dirty="0"/>
          </a:p>
        </p:txBody>
      </p:sp>
      <p:sp>
        <p:nvSpPr>
          <p:cNvPr id="3" name="Marcador de contenido 2"/>
          <p:cNvSpPr>
            <a:spLocks noGrp="1"/>
          </p:cNvSpPr>
          <p:nvPr>
            <p:ph idx="1"/>
          </p:nvPr>
        </p:nvSpPr>
        <p:spPr/>
        <p:txBody>
          <a:bodyPr/>
          <a:lstStyle/>
          <a:p>
            <a:r>
              <a:rPr lang="es-ES" dirty="0" err="1" smtClean="0"/>
              <a:t>Create</a:t>
            </a:r>
            <a:r>
              <a:rPr lang="es-ES" dirty="0" smtClean="0"/>
              <a:t> </a:t>
            </a:r>
            <a:r>
              <a:rPr lang="es-ES" dirty="0" err="1" smtClean="0"/>
              <a:t>database</a:t>
            </a:r>
            <a:r>
              <a:rPr lang="es-ES" dirty="0" smtClean="0"/>
              <a:t> </a:t>
            </a:r>
          </a:p>
          <a:p>
            <a:r>
              <a:rPr lang="es-ES" dirty="0" err="1" smtClean="0"/>
              <a:t>Create</a:t>
            </a:r>
            <a:r>
              <a:rPr lang="es-ES" dirty="0" smtClean="0"/>
              <a:t> calendar </a:t>
            </a:r>
            <a:r>
              <a:rPr lang="es-ES" dirty="0" err="1" smtClean="0"/>
              <a:t>from</a:t>
            </a:r>
            <a:r>
              <a:rPr lang="es-ES" dirty="0" smtClean="0"/>
              <a:t> </a:t>
            </a:r>
            <a:r>
              <a:rPr lang="es-ES" dirty="0" err="1" smtClean="0"/>
              <a:t>csv</a:t>
            </a:r>
            <a:r>
              <a:rPr lang="es-ES" dirty="0" smtClean="0"/>
              <a:t> </a:t>
            </a:r>
            <a:r>
              <a:rPr lang="es-ES" dirty="0" err="1" smtClean="0"/>
              <a:t>or</a:t>
            </a:r>
            <a:r>
              <a:rPr lang="es-ES" dirty="0" smtClean="0"/>
              <a:t> </a:t>
            </a:r>
            <a:r>
              <a:rPr lang="es-ES" dirty="0" err="1" smtClean="0"/>
              <a:t>shiny</a:t>
            </a:r>
            <a:r>
              <a:rPr lang="es-ES" dirty="0" smtClean="0"/>
              <a:t> app to </a:t>
            </a:r>
            <a:r>
              <a:rPr lang="es-ES" dirty="0" err="1" smtClean="0"/>
              <a:t>edit</a:t>
            </a:r>
            <a:endParaRPr lang="es-ES" dirty="0" smtClean="0"/>
          </a:p>
          <a:p>
            <a:r>
              <a:rPr lang="es-ES" dirty="0" err="1" smtClean="0"/>
              <a:t>Refresh</a:t>
            </a:r>
            <a:r>
              <a:rPr lang="es-ES" dirty="0" smtClean="0"/>
              <a:t> </a:t>
            </a:r>
            <a:r>
              <a:rPr lang="es-ES" dirty="0" err="1" smtClean="0"/>
              <a:t>csv</a:t>
            </a:r>
            <a:r>
              <a:rPr lang="es-ES" dirty="0" smtClean="0"/>
              <a:t> </a:t>
            </a:r>
            <a:r>
              <a:rPr lang="es-ES" dirty="0" err="1" smtClean="0"/>
              <a:t>from</a:t>
            </a:r>
            <a:r>
              <a:rPr lang="es-ES" dirty="0" smtClean="0"/>
              <a:t> calendar</a:t>
            </a:r>
            <a:endParaRPr lang="es-ES" dirty="0"/>
          </a:p>
        </p:txBody>
      </p:sp>
    </p:spTree>
    <p:extLst>
      <p:ext uri="{BB962C8B-B14F-4D97-AF65-F5344CB8AC3E}">
        <p14:creationId xmlns:p14="http://schemas.microsoft.com/office/powerpoint/2010/main" val="1630165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Introducción</a:t>
            </a:r>
            <a:endParaRPr lang="es-ES" dirty="0"/>
          </a:p>
        </p:txBody>
      </p:sp>
      <p:sp>
        <p:nvSpPr>
          <p:cNvPr id="3" name="Marcador de contenido 2"/>
          <p:cNvSpPr>
            <a:spLocks noGrp="1"/>
          </p:cNvSpPr>
          <p:nvPr>
            <p:ph idx="1"/>
          </p:nvPr>
        </p:nvSpPr>
        <p:spPr/>
        <p:txBody>
          <a:bodyPr>
            <a:normAutofit/>
          </a:bodyPr>
          <a:lstStyle/>
          <a:p>
            <a:r>
              <a:rPr lang="es-ES" dirty="0" smtClean="0"/>
              <a:t>Seguimiento </a:t>
            </a:r>
            <a:r>
              <a:rPr lang="es-ES" dirty="0"/>
              <a:t>de cajas nido con trabajo diario. Planificar distintas tareas por cada caja</a:t>
            </a:r>
            <a:r>
              <a:rPr lang="es-ES" dirty="0" smtClean="0"/>
              <a:t>.</a:t>
            </a:r>
            <a:endParaRPr lang="es-ES" dirty="0"/>
          </a:p>
          <a:p>
            <a:r>
              <a:rPr lang="es-ES" dirty="0" smtClean="0"/>
              <a:t>Muchos </a:t>
            </a:r>
            <a:r>
              <a:rPr lang="es-ES" dirty="0"/>
              <a:t>grupos en ecología trabajamos con </a:t>
            </a:r>
            <a:r>
              <a:rPr lang="es-ES" dirty="0" err="1"/>
              <a:t>excel</a:t>
            </a:r>
            <a:r>
              <a:rPr lang="es-ES" dirty="0" smtClean="0"/>
              <a:t>.</a:t>
            </a:r>
            <a:endParaRPr lang="es-ES" dirty="0"/>
          </a:p>
          <a:p>
            <a:r>
              <a:rPr lang="es-ES" dirty="0" smtClean="0"/>
              <a:t>Eficacia </a:t>
            </a:r>
            <a:r>
              <a:rPr lang="es-ES" dirty="0"/>
              <a:t>de tener los datos metidos de forma instantánea</a:t>
            </a:r>
            <a:r>
              <a:rPr lang="es-ES" dirty="0" smtClean="0"/>
              <a:t>.</a:t>
            </a:r>
            <a:endParaRPr lang="es-ES" dirty="0"/>
          </a:p>
          <a:p>
            <a:r>
              <a:rPr lang="es-ES" dirty="0" smtClean="0"/>
              <a:t>Gestión </a:t>
            </a:r>
            <a:r>
              <a:rPr lang="es-ES" dirty="0"/>
              <a:t>de equipos en campo. Saber lo que hacen los compañeros, qué queda por hacer y tener más bajo control ciertos errores</a:t>
            </a:r>
            <a:r>
              <a:rPr lang="es-ES" dirty="0" smtClean="0"/>
              <a:t>.</a:t>
            </a:r>
            <a:endParaRPr lang="es-ES" dirty="0"/>
          </a:p>
          <a:p>
            <a:r>
              <a:rPr lang="es-ES" dirty="0" err="1" smtClean="0"/>
              <a:t>Telegram</a:t>
            </a:r>
            <a:r>
              <a:rPr lang="es-ES" dirty="0"/>
              <a:t>. Comodidad de un chat en el teléfono. Seguridad de tener un </a:t>
            </a:r>
            <a:r>
              <a:rPr lang="es-ES" dirty="0" err="1"/>
              <a:t>backup</a:t>
            </a:r>
            <a:r>
              <a:rPr lang="es-ES" dirty="0"/>
              <a:t> en el chat. Tanto </a:t>
            </a:r>
            <a:r>
              <a:rPr lang="es-ES" dirty="0" err="1"/>
              <a:t>Telegram</a:t>
            </a:r>
            <a:r>
              <a:rPr lang="es-ES" dirty="0"/>
              <a:t> como R son software libres</a:t>
            </a:r>
            <a:r>
              <a:rPr lang="es-ES" dirty="0" smtClean="0"/>
              <a:t>.</a:t>
            </a:r>
          </a:p>
          <a:p>
            <a:r>
              <a:rPr lang="es-ES" dirty="0" smtClean="0"/>
              <a:t>Seguridad en el trabajo de campo, saber dónde están tus compañeros</a:t>
            </a:r>
            <a:endParaRPr lang="es-ES" dirty="0"/>
          </a:p>
        </p:txBody>
      </p:sp>
    </p:spTree>
    <p:extLst>
      <p:ext uri="{BB962C8B-B14F-4D97-AF65-F5344CB8AC3E}">
        <p14:creationId xmlns:p14="http://schemas.microsoft.com/office/powerpoint/2010/main" val="2013333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Cómo funciona</a:t>
            </a:r>
            <a:endParaRPr lang="es-ES" dirty="0"/>
          </a:p>
        </p:txBody>
      </p:sp>
      <p:sp>
        <p:nvSpPr>
          <p:cNvPr id="3" name="Marcador de contenido 2"/>
          <p:cNvSpPr>
            <a:spLocks noGrp="1"/>
          </p:cNvSpPr>
          <p:nvPr>
            <p:ph idx="1"/>
          </p:nvPr>
        </p:nvSpPr>
        <p:spPr/>
        <p:txBody>
          <a:bodyPr/>
          <a:lstStyle/>
          <a:p>
            <a:r>
              <a:rPr lang="es-ES" dirty="0" smtClean="0"/>
              <a:t>Unimos tu base de datos en Excel con un chat de </a:t>
            </a:r>
            <a:r>
              <a:rPr lang="es-ES" dirty="0" err="1" smtClean="0"/>
              <a:t>telegram</a:t>
            </a:r>
            <a:endParaRPr lang="es-ES" dirty="0" smtClean="0"/>
          </a:p>
          <a:p>
            <a:pPr marL="0" indent="0">
              <a:buNone/>
            </a:pPr>
            <a:endParaRPr lang="es-ES" dirty="0"/>
          </a:p>
        </p:txBody>
      </p:sp>
      <p:pic>
        <p:nvPicPr>
          <p:cNvPr id="1026" name="Picture 2" descr="Un teléfono celular con bocadillos saliendo de él"/>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4250" b="93950" l="10000" r="90000">
                        <a14:foregroundMark x1="61133" y1="33400" x2="67600" y2="38550"/>
                        <a14:foregroundMark x1="50833" y1="90600" x2="52233" y2="89300"/>
                        <a14:foregroundMark x1="53000" y1="87700" x2="53300" y2="82850"/>
                        <a14:foregroundMark x1="52567" y1="89300" x2="51267" y2="90250"/>
                        <a14:foregroundMark x1="51367" y1="91050" x2="52333" y2="90750"/>
                        <a14:foregroundMark x1="34000" y1="66750" x2="27333" y2="64500"/>
                      </a14:backgroundRemoval>
                    </a14:imgEffect>
                  </a14:imgLayer>
                </a14:imgProps>
              </a:ext>
              <a:ext uri="{28A0092B-C50C-407E-A947-70E740481C1C}">
                <a14:useLocalDpi xmlns:a14="http://schemas.microsoft.com/office/drawing/2010/main" val="0"/>
              </a:ext>
            </a:extLst>
          </a:blip>
          <a:srcRect/>
          <a:stretch>
            <a:fillRect/>
          </a:stretch>
        </p:blipFill>
        <p:spPr bwMode="auto">
          <a:xfrm>
            <a:off x="2122651" y="2879584"/>
            <a:ext cx="3392372" cy="2261581"/>
          </a:xfrm>
          <a:prstGeom prst="rect">
            <a:avLst/>
          </a:prstGeom>
          <a:noFill/>
          <a:extLst>
            <a:ext uri="{909E8E84-426E-40DD-AFC4-6F175D3DCCD1}">
              <a14:hiddenFill xmlns:a14="http://schemas.microsoft.com/office/drawing/2010/main">
                <a:solidFill>
                  <a:srgbClr val="FFFFFF"/>
                </a:solidFill>
              </a14:hiddenFill>
            </a:ext>
          </a:extLst>
        </p:spPr>
      </p:pic>
      <p:sp>
        <p:nvSpPr>
          <p:cNvPr id="10" name="Flecha derecha 9"/>
          <p:cNvSpPr/>
          <p:nvPr/>
        </p:nvSpPr>
        <p:spPr>
          <a:xfrm rot="20289338">
            <a:off x="4448905" y="-407719"/>
            <a:ext cx="117293" cy="132860"/>
          </a:xfrm>
          <a:prstGeom prst="rightArrow">
            <a:avLst/>
          </a:prstGeom>
          <a:solidFill>
            <a:srgbClr val="3DB4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Imagen 7"/>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backgroundMark x1="35842" y1="74748" x2="53064" y2="78068"/>
                      </a14:backgroundRemoval>
                    </a14:imgEffect>
                  </a14:imgLayer>
                </a14:imgProps>
              </a:ext>
            </a:extLst>
          </a:blip>
          <a:srcRect l="38680" t="31138" r="20119" b="21747"/>
          <a:stretch/>
        </p:blipFill>
        <p:spPr>
          <a:xfrm>
            <a:off x="6242810" y="3326586"/>
            <a:ext cx="1530221" cy="1349416"/>
          </a:xfrm>
          <a:prstGeom prst="rect">
            <a:avLst/>
          </a:prstGeom>
        </p:spPr>
      </p:pic>
      <p:sp>
        <p:nvSpPr>
          <p:cNvPr id="9" name="Flecha derecha 8"/>
          <p:cNvSpPr/>
          <p:nvPr/>
        </p:nvSpPr>
        <p:spPr>
          <a:xfrm>
            <a:off x="4787235" y="3794036"/>
            <a:ext cx="1455575" cy="578498"/>
          </a:xfrm>
          <a:prstGeom prst="rightArrow">
            <a:avLst/>
          </a:prstGeom>
          <a:solidFill>
            <a:srgbClr val="3DB4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n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38576" y="3143667"/>
            <a:ext cx="1211800" cy="939618"/>
          </a:xfrm>
          <a:prstGeom prst="rect">
            <a:avLst/>
          </a:prstGeom>
        </p:spPr>
      </p:pic>
      <p:sp>
        <p:nvSpPr>
          <p:cNvPr id="13" name="CuadroTexto 12"/>
          <p:cNvSpPr txBox="1"/>
          <p:nvPr/>
        </p:nvSpPr>
        <p:spPr>
          <a:xfrm>
            <a:off x="314036" y="3143667"/>
            <a:ext cx="2304662" cy="1754326"/>
          </a:xfrm>
          <a:prstGeom prst="rect">
            <a:avLst/>
          </a:prstGeom>
          <a:noFill/>
        </p:spPr>
        <p:txBody>
          <a:bodyPr wrap="square" rtlCol="0">
            <a:spAutoFit/>
          </a:bodyPr>
          <a:lstStyle/>
          <a:p>
            <a:pPr algn="r"/>
            <a:r>
              <a:rPr lang="es-ES" dirty="0" smtClean="0"/>
              <a:t>Comunicación en un chat basada en comandos</a:t>
            </a:r>
          </a:p>
          <a:p>
            <a:pPr algn="r"/>
            <a:endParaRPr lang="es-ES" dirty="0" smtClean="0"/>
          </a:p>
          <a:p>
            <a:pPr algn="r"/>
            <a:r>
              <a:rPr lang="es-ES" dirty="0" smtClean="0"/>
              <a:t>Creación de planos en vivo</a:t>
            </a:r>
            <a:endParaRPr lang="es-ES" dirty="0"/>
          </a:p>
        </p:txBody>
      </p:sp>
      <p:sp>
        <p:nvSpPr>
          <p:cNvPr id="14" name="CuadroTexto 13"/>
          <p:cNvSpPr txBox="1"/>
          <p:nvPr/>
        </p:nvSpPr>
        <p:spPr>
          <a:xfrm>
            <a:off x="8041442" y="3386839"/>
            <a:ext cx="3534738" cy="1754326"/>
          </a:xfrm>
          <a:prstGeom prst="rect">
            <a:avLst/>
          </a:prstGeom>
          <a:noFill/>
        </p:spPr>
        <p:txBody>
          <a:bodyPr wrap="square" rtlCol="0">
            <a:spAutoFit/>
          </a:bodyPr>
          <a:lstStyle/>
          <a:p>
            <a:r>
              <a:rPr lang="es-ES" dirty="0" smtClean="0"/>
              <a:t>Almacena información en una base de datos con las variables que necesites</a:t>
            </a:r>
          </a:p>
          <a:p>
            <a:endParaRPr lang="es-ES" dirty="0"/>
          </a:p>
          <a:p>
            <a:r>
              <a:rPr lang="es-ES" dirty="0" smtClean="0"/>
              <a:t>Transforma la base de datos en un calendario editable</a:t>
            </a:r>
            <a:endParaRPr lang="es-ES" dirty="0"/>
          </a:p>
        </p:txBody>
      </p:sp>
      <p:cxnSp>
        <p:nvCxnSpPr>
          <p:cNvPr id="16" name="Conector recto de flecha 15"/>
          <p:cNvCxnSpPr/>
          <p:nvPr/>
        </p:nvCxnSpPr>
        <p:spPr>
          <a:xfrm flipH="1" flipV="1">
            <a:off x="2562739" y="3461657"/>
            <a:ext cx="553685" cy="151819"/>
          </a:xfrm>
          <a:prstGeom prst="straightConnector1">
            <a:avLst/>
          </a:prstGeom>
          <a:ln w="38100">
            <a:solidFill>
              <a:srgbClr val="3DB4D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p:cNvCxnSpPr/>
          <p:nvPr/>
        </p:nvCxnSpPr>
        <p:spPr>
          <a:xfrm flipH="1">
            <a:off x="2575134" y="4525347"/>
            <a:ext cx="435998" cy="66179"/>
          </a:xfrm>
          <a:prstGeom prst="straightConnector1">
            <a:avLst/>
          </a:prstGeom>
          <a:ln w="38100">
            <a:solidFill>
              <a:srgbClr val="3DB4D6"/>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p:cNvCxnSpPr/>
          <p:nvPr/>
        </p:nvCxnSpPr>
        <p:spPr>
          <a:xfrm flipV="1">
            <a:off x="7607379" y="3718127"/>
            <a:ext cx="441024" cy="75909"/>
          </a:xfrm>
          <a:prstGeom prst="straightConnector1">
            <a:avLst/>
          </a:prstGeom>
          <a:ln w="38100">
            <a:solidFill>
              <a:srgbClr val="3DB4D6"/>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p:nvPr/>
        </p:nvCxnSpPr>
        <p:spPr>
          <a:xfrm>
            <a:off x="7630394" y="4525347"/>
            <a:ext cx="411049" cy="150656"/>
          </a:xfrm>
          <a:prstGeom prst="straightConnector1">
            <a:avLst/>
          </a:prstGeom>
          <a:ln w="38100">
            <a:solidFill>
              <a:srgbClr val="3DB4D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429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Resumen</a:t>
            </a:r>
            <a:endParaRPr lang="es-ES" dirty="0"/>
          </a:p>
        </p:txBody>
      </p:sp>
      <p:sp>
        <p:nvSpPr>
          <p:cNvPr id="3" name="Marcador de contenido 2"/>
          <p:cNvSpPr>
            <a:spLocks noGrp="1"/>
          </p:cNvSpPr>
          <p:nvPr>
            <p:ph idx="1"/>
          </p:nvPr>
        </p:nvSpPr>
        <p:spPr/>
        <p:txBody>
          <a:bodyPr>
            <a:normAutofit fontScale="55000" lnSpcReduction="20000"/>
          </a:bodyPr>
          <a:lstStyle/>
          <a:p>
            <a:r>
              <a:rPr lang="es-ES" dirty="0"/>
              <a:t>La recogida de datos en campo de forma tradicional (papel y lápiz) está sujeta a limitaciones. Desde la meteorología cambiante a las dificultades de coordinar grandes grupos de trabajo pueden suponer un obstáculo para la legitimidad de nuestros datos</a:t>
            </a:r>
            <a:r>
              <a:rPr lang="es-ES" dirty="0" smtClean="0"/>
              <a:t>. </a:t>
            </a:r>
            <a:endParaRPr lang="es-ES" dirty="0"/>
          </a:p>
          <a:p>
            <a:r>
              <a:rPr lang="es-ES" dirty="0"/>
              <a:t>La accesibilidad a dispositivos móviles está generalizada y con ello el desarrollo de aplicaciones de registro de información está en auge. </a:t>
            </a:r>
            <a:r>
              <a:rPr lang="es-ES" dirty="0" smtClean="0"/>
              <a:t>Estas nuevas aplicaciones podrían amenizar el trabajo en campo concediendo seguridad, facilidad de comunicación y coordinación entre los usuarios de un equipo de trabajo.</a:t>
            </a:r>
          </a:p>
          <a:p>
            <a:r>
              <a:rPr lang="es-ES" dirty="0" smtClean="0"/>
              <a:t>Actualmente numerosos grupos de investigación dedicados a estudios en ecología almacenan sus bases de datos en archivos de Excel. El trabajo con aplicaciones de recogida de datos facilita el flujo de información desde el dispositivo móvil al archivo de Excel final, eliminando el paso intermedio de transcribir los datos del cuaderno de campo al ordenador.</a:t>
            </a:r>
            <a:endParaRPr lang="es-ES" dirty="0"/>
          </a:p>
          <a:p>
            <a:r>
              <a:rPr lang="es-ES" dirty="0" err="1" smtClean="0"/>
              <a:t>BirdBot</a:t>
            </a:r>
            <a:r>
              <a:rPr lang="es-ES" dirty="0" smtClean="0"/>
              <a:t> es una herramienta basada lenguaje de R que permite almacenar registros de cajas nido en una base de datos de Excel mediante un chat de </a:t>
            </a:r>
            <a:r>
              <a:rPr lang="es-ES" dirty="0" err="1" smtClean="0"/>
              <a:t>Telegram</a:t>
            </a:r>
            <a:r>
              <a:rPr lang="es-ES" dirty="0" smtClean="0"/>
              <a:t> basado en comunicación con comandos sencillos. </a:t>
            </a:r>
          </a:p>
          <a:p>
            <a:r>
              <a:rPr lang="es-ES" dirty="0" smtClean="0"/>
              <a:t>Esta aplicación permite crear planos del área de trabajo con información sobre las tareas pendientes y realizadas así como el estado de las cajas nido. Además permite crear planos con información sobre las tareas realizadas por cada miembro del equipo, informando sobre la última caja nido revisada por cada miembro del equipo, lo que podría ser una ventaja en la seguridad de los usuarios.</a:t>
            </a:r>
          </a:p>
          <a:p>
            <a:r>
              <a:rPr lang="es-ES" dirty="0" smtClean="0"/>
              <a:t>Al basarse en registros almacenados en un chat se cuenta con la copia de seguridad de los datos almacenada en cada uno de los dispositivos móviles. Además se almacenarán datos del nombre del usuario, fecha y hora sin necesidad de ser escritos. </a:t>
            </a:r>
          </a:p>
          <a:p>
            <a:r>
              <a:rPr lang="es-ES" dirty="0" smtClean="0"/>
              <a:t>El objetivo de </a:t>
            </a:r>
            <a:r>
              <a:rPr lang="es-ES" dirty="0" err="1" smtClean="0"/>
              <a:t>Birdbot</a:t>
            </a:r>
            <a:r>
              <a:rPr lang="es-ES" dirty="0" smtClean="0"/>
              <a:t> es proporcionar un software libre para equipos de investigación que trabajen con cajas nido que facilite el trabajo de campo.</a:t>
            </a:r>
          </a:p>
        </p:txBody>
      </p:sp>
    </p:spTree>
    <p:extLst>
      <p:ext uri="{BB962C8B-B14F-4D97-AF65-F5344CB8AC3E}">
        <p14:creationId xmlns:p14="http://schemas.microsoft.com/office/powerpoint/2010/main" val="8592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Logo</a:t>
            </a:r>
            <a:endParaRPr lang="es-ES" dirty="0"/>
          </a:p>
        </p:txBody>
      </p:sp>
      <p:pic>
        <p:nvPicPr>
          <p:cNvPr id="1026" name="Picture 2" descr="Archivo:Telegram 2019 Logo.svg - Wikipedia, la enciclopedia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8725" y="398463"/>
            <a:ext cx="943769" cy="943769"/>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9075" y="79295"/>
            <a:ext cx="1628775" cy="1262937"/>
          </a:xfrm>
          <a:prstGeom prst="rect">
            <a:avLst/>
          </a:prstGeom>
        </p:spPr>
      </p:pic>
      <p:pic>
        <p:nvPicPr>
          <p:cNvPr id="6" name="Imagen 5"/>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backgroundMark x1="35842" y1="74748" x2="53064" y2="78068"/>
                      </a14:backgroundRemoval>
                    </a14:imgEffect>
                  </a14:imgLayer>
                </a14:imgProps>
              </a:ext>
            </a:extLst>
          </a:blip>
          <a:srcRect l="38680" t="31138" r="20119" b="21747"/>
          <a:stretch/>
        </p:blipFill>
        <p:spPr>
          <a:xfrm>
            <a:off x="5868258" y="79295"/>
            <a:ext cx="1530221" cy="1349416"/>
          </a:xfrm>
          <a:prstGeom prst="rect">
            <a:avLst/>
          </a:prstGeom>
        </p:spPr>
      </p:pic>
      <p:grpSp>
        <p:nvGrpSpPr>
          <p:cNvPr id="17" name="Grupo 16"/>
          <p:cNvGrpSpPr/>
          <p:nvPr/>
        </p:nvGrpSpPr>
        <p:grpSpPr>
          <a:xfrm>
            <a:off x="3253630" y="3069770"/>
            <a:ext cx="3201599" cy="2322603"/>
            <a:chOff x="4181048" y="2279059"/>
            <a:chExt cx="4144849" cy="2993572"/>
          </a:xfrm>
        </p:grpSpPr>
        <p:sp>
          <p:nvSpPr>
            <p:cNvPr id="8" name="Llamada rectangular redondeada 7"/>
            <p:cNvSpPr/>
            <p:nvPr/>
          </p:nvSpPr>
          <p:spPr>
            <a:xfrm>
              <a:off x="4181048" y="2279059"/>
              <a:ext cx="4144849" cy="2993572"/>
            </a:xfrm>
            <a:prstGeom prst="wedgeRoundRectCallout">
              <a:avLst>
                <a:gd name="adj1" fmla="val -33368"/>
                <a:gd name="adj2" fmla="val 67564"/>
                <a:gd name="adj3" fmla="val 16667"/>
              </a:avLst>
            </a:prstGeom>
            <a:solidFill>
              <a:schemeClr val="bg1"/>
            </a:solidFill>
            <a:ln w="174625">
              <a:solidFill>
                <a:srgbClr val="28A8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Medio marco 14"/>
            <p:cNvSpPr/>
            <p:nvPr/>
          </p:nvSpPr>
          <p:spPr>
            <a:xfrm rot="2652753">
              <a:off x="5369249" y="2867178"/>
              <a:ext cx="1747966" cy="1817334"/>
            </a:xfrm>
            <a:prstGeom prst="halfFrame">
              <a:avLst>
                <a:gd name="adj1" fmla="val 12788"/>
                <a:gd name="adj2" fmla="val 14268"/>
              </a:avLst>
            </a:prstGeom>
            <a:solidFill>
              <a:srgbClr val="1F6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6" name="Anillo 15"/>
            <p:cNvSpPr/>
            <p:nvPr/>
          </p:nvSpPr>
          <p:spPr>
            <a:xfrm>
              <a:off x="5901927" y="3238475"/>
              <a:ext cx="778186" cy="738272"/>
            </a:xfrm>
            <a:prstGeom prst="donut">
              <a:avLst>
                <a:gd name="adj" fmla="val 23926"/>
              </a:avLst>
            </a:prstGeom>
            <a:solidFill>
              <a:srgbClr val="1F6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0" name="Medio marco 19"/>
            <p:cNvSpPr/>
            <p:nvPr/>
          </p:nvSpPr>
          <p:spPr>
            <a:xfrm rot="16200000">
              <a:off x="5526296" y="3267051"/>
              <a:ext cx="1454355" cy="1666258"/>
            </a:xfrm>
            <a:prstGeom prst="halfFrame">
              <a:avLst>
                <a:gd name="adj1" fmla="val 10810"/>
                <a:gd name="adj2" fmla="val 11566"/>
              </a:avLst>
            </a:prstGeom>
            <a:solidFill>
              <a:srgbClr val="1F6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2" name="Medio marco 21"/>
            <p:cNvSpPr/>
            <p:nvPr/>
          </p:nvSpPr>
          <p:spPr>
            <a:xfrm rot="10800000">
              <a:off x="5678695" y="3373003"/>
              <a:ext cx="1454353" cy="1454353"/>
            </a:xfrm>
            <a:prstGeom prst="halfFrame">
              <a:avLst>
                <a:gd name="adj1" fmla="val 10810"/>
                <a:gd name="adj2" fmla="val 12315"/>
              </a:avLst>
            </a:prstGeom>
            <a:solidFill>
              <a:srgbClr val="1F6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pic>
        <p:nvPicPr>
          <p:cNvPr id="24" name="Imagen 23"/>
          <p:cNvPicPr>
            <a:picLocks noChangeAspect="1"/>
          </p:cNvPicPr>
          <p:nvPr/>
        </p:nvPicPr>
        <p:blipFill>
          <a:blip r:embed="rId6"/>
          <a:stretch>
            <a:fillRect/>
          </a:stretch>
        </p:blipFill>
        <p:spPr>
          <a:xfrm>
            <a:off x="4407261" y="1944495"/>
            <a:ext cx="3377477" cy="2969009"/>
          </a:xfrm>
          <a:prstGeom prst="rect">
            <a:avLst/>
          </a:prstGeom>
        </p:spPr>
      </p:pic>
    </p:spTree>
    <p:extLst>
      <p:ext uri="{BB962C8B-B14F-4D97-AF65-F5344CB8AC3E}">
        <p14:creationId xmlns:p14="http://schemas.microsoft.com/office/powerpoint/2010/main" val="5018599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14092</TotalTime>
  <Words>624</Words>
  <Application>Microsoft Office PowerPoint</Application>
  <PresentationFormat>Panorámica</PresentationFormat>
  <Paragraphs>75</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Calibri Light</vt:lpstr>
      <vt:lpstr>Tema de Office</vt:lpstr>
      <vt:lpstr>Workflow</vt:lpstr>
      <vt:lpstr>Settings</vt:lpstr>
      <vt:lpstr>Databases</vt:lpstr>
      <vt:lpstr>Commands</vt:lpstr>
      <vt:lpstr>Functions</vt:lpstr>
      <vt:lpstr>Introducción</vt:lpstr>
      <vt:lpstr>Cómo funciona</vt:lpstr>
      <vt:lpstr>Resumen</vt:lpstr>
      <vt:lpstr>Logo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dc:title>
  <dc:creator>Sonia</dc:creator>
  <cp:lastModifiedBy>Sonia</cp:lastModifiedBy>
  <cp:revision>27</cp:revision>
  <dcterms:created xsi:type="dcterms:W3CDTF">2024-08-21T10:20:30Z</dcterms:created>
  <dcterms:modified xsi:type="dcterms:W3CDTF">2024-09-24T11:28:10Z</dcterms:modified>
</cp:coreProperties>
</file>